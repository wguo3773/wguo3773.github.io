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handoutMasterIdLst>
    <p:handoutMasterId r:id="rId4"/>
  </p:handoutMasterIdLst>
  <p:sldIdLst>
    <p:sldId id="258" r:id="rId2"/>
  </p:sldIdLst>
  <p:sldSz cx="43919775" cy="32918400"/>
  <p:notesSz cx="7315200" cy="9601200"/>
  <p:custDataLst>
    <p:tags r:id="rId5"/>
  </p:custDataLst>
  <p:defaultTextStyle>
    <a:defPPr>
      <a:defRPr lang="en-US"/>
    </a:defPPr>
    <a:lvl1pPr algn="l" defTabSz="2244725"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2244725" indent="-1778000" algn="l" defTabSz="2244725"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4491038" indent="-3556000" algn="l" defTabSz="2244725"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6738938" indent="-5335588" algn="l" defTabSz="2244725"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8985250" indent="-7113588" algn="l" defTabSz="2244725"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10369" userDrawn="1">
          <p15:clr>
            <a:srgbClr val="A4A3A4"/>
          </p15:clr>
        </p15:guide>
        <p15:guide id="2" pos="13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5596"/>
    <a:srgbClr val="5B70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33"/>
    <p:restoredTop sz="91543"/>
  </p:normalViewPr>
  <p:slideViewPr>
    <p:cSldViewPr>
      <p:cViewPr>
        <p:scale>
          <a:sx n="30" d="100"/>
          <a:sy n="30" d="100"/>
        </p:scale>
        <p:origin x="984" y="144"/>
      </p:cViewPr>
      <p:guideLst>
        <p:guide orient="horz" pos="10369"/>
        <p:guide pos="13834"/>
      </p:guideLst>
    </p:cSldViewPr>
  </p:slideViewPr>
  <p:notesTextViewPr>
    <p:cViewPr>
      <p:scale>
        <a:sx n="100" d="100"/>
        <a:sy n="100" d="100"/>
      </p:scale>
      <p:origin x="0" y="0"/>
    </p:cViewPr>
  </p:notesTextViewPr>
  <p:sorterViewPr>
    <p:cViewPr>
      <p:scale>
        <a:sx n="66" d="100"/>
        <a:sy n="66" d="100"/>
      </p:scale>
      <p:origin x="0" y="0"/>
    </p:cViewPr>
  </p:sorter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039E077C-E331-9E49-928B-DB838EE3AA92}" type="datetimeFigureOut">
              <a:rPr lang="en-US" altLang="en-US"/>
              <a:pPr>
                <a:defRPr/>
              </a:pPr>
              <a:t>3/12/26</a:t>
            </a:fld>
            <a:endParaRPr lang="en-US" altLang="en-US"/>
          </a:p>
        </p:txBody>
      </p:sp>
      <p:sp>
        <p:nvSpPr>
          <p:cNvPr id="4" name="Footer Placeholder 3"/>
          <p:cNvSpPr>
            <a:spLocks noGrp="1"/>
          </p:cNvSpPr>
          <p:nvPr>
            <p:ph type="ftr" sz="quarter" idx="2"/>
          </p:nvPr>
        </p:nvSpPr>
        <p:spPr>
          <a:xfrm>
            <a:off x="0" y="9120188"/>
            <a:ext cx="3170238" cy="481012"/>
          </a:xfrm>
          <a:prstGeom prst="rect">
            <a:avLst/>
          </a:prstGeom>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5" name="Slide Number Placeholder 4"/>
          <p:cNvSpPr>
            <a:spLocks noGrp="1"/>
          </p:cNvSpPr>
          <p:nvPr>
            <p:ph type="sldNum" sz="quarter" idx="3"/>
          </p:nvPr>
        </p:nvSpPr>
        <p:spPr>
          <a:xfrm>
            <a:off x="4143375" y="9120188"/>
            <a:ext cx="3170238" cy="481012"/>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62F27060-42EB-334B-B75E-0CD66446CFF2}" type="slidenum">
              <a:rPr lang="en-US" altLang="en-US"/>
              <a:pPr>
                <a:defRPr/>
              </a:pPr>
              <a:t>‹#›</a:t>
            </a:fld>
            <a:endParaRPr lang="en-US" altLang="en-US"/>
          </a:p>
        </p:txBody>
      </p:sp>
    </p:spTree>
    <p:extLst>
      <p:ext uri="{BB962C8B-B14F-4D97-AF65-F5344CB8AC3E}">
        <p14:creationId xmlns:p14="http://schemas.microsoft.com/office/powerpoint/2010/main" val="1981130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wrap="square" lIns="95747" tIns="47873" rIns="95747" bIns="47873" numCol="1" anchor="t" anchorCtr="0" compatLnSpc="1">
            <a:prstTxWarp prst="textNoShape">
              <a:avLst/>
            </a:prstTxWarp>
          </a:bodyPr>
          <a:lstStyle>
            <a:lvl1pPr defTabSz="2297113" eaLnBrk="1" hangingPunct="1">
              <a:defRPr sz="1300">
                <a:ea typeface="ＭＳ Ｐゴシック" charset="0"/>
                <a:cs typeface="ＭＳ Ｐゴシック" charset="0"/>
              </a:defRPr>
            </a:lvl1pPr>
          </a:lstStyle>
          <a:p>
            <a:pPr>
              <a:defRPr/>
            </a:pPr>
            <a:endParaRPr lang="en-US"/>
          </a:p>
        </p:txBody>
      </p:sp>
      <p:sp>
        <p:nvSpPr>
          <p:cNvPr id="3" name="Date Placeholder 2"/>
          <p:cNvSpPr>
            <a:spLocks noGrp="1"/>
          </p:cNvSpPr>
          <p:nvPr>
            <p:ph type="dt" idx="1"/>
          </p:nvPr>
        </p:nvSpPr>
        <p:spPr>
          <a:xfrm>
            <a:off x="4143375" y="0"/>
            <a:ext cx="3170238" cy="481013"/>
          </a:xfrm>
          <a:prstGeom prst="rect">
            <a:avLst/>
          </a:prstGeom>
        </p:spPr>
        <p:txBody>
          <a:bodyPr vert="horz" wrap="square" lIns="95747" tIns="47873" rIns="95747" bIns="47873" numCol="1" anchor="t" anchorCtr="0" compatLnSpc="1">
            <a:prstTxWarp prst="textNoShape">
              <a:avLst/>
            </a:prstTxWarp>
          </a:bodyPr>
          <a:lstStyle>
            <a:lvl1pPr algn="r" defTabSz="2297113" eaLnBrk="1" hangingPunct="1">
              <a:defRPr sz="1300" smtClean="0"/>
            </a:lvl1pPr>
          </a:lstStyle>
          <a:p>
            <a:pPr>
              <a:defRPr/>
            </a:pPr>
            <a:fld id="{DDFB3C20-EB16-264B-BEBF-4D210AC3E9E9}" type="datetimeFigureOut">
              <a:rPr lang="en-US" altLang="en-US"/>
              <a:pPr>
                <a:defRPr/>
              </a:pPr>
              <a:t>3/12/26</a:t>
            </a:fld>
            <a:endParaRPr lang="en-US" alt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5747" tIns="47873" rIns="95747" bIns="47873" rtlCol="0" anchor="ctr"/>
          <a:lstStyle/>
          <a:p>
            <a:pPr lvl="0"/>
            <a:endParaRPr lang="en-US" noProof="0"/>
          </a:p>
        </p:txBody>
      </p:sp>
      <p:sp>
        <p:nvSpPr>
          <p:cNvPr id="5" name="Notes Placeholder 4"/>
          <p:cNvSpPr>
            <a:spLocks noGrp="1"/>
          </p:cNvSpPr>
          <p:nvPr>
            <p:ph type="body" sz="quarter" idx="3"/>
          </p:nvPr>
        </p:nvSpPr>
        <p:spPr>
          <a:xfrm>
            <a:off x="731838" y="4560888"/>
            <a:ext cx="5851525" cy="4321175"/>
          </a:xfrm>
          <a:prstGeom prst="rect">
            <a:avLst/>
          </a:prstGeom>
        </p:spPr>
        <p:txBody>
          <a:bodyPr vert="horz" lIns="95747" tIns="47873" rIns="95747" bIns="4787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8600"/>
            <a:ext cx="3170238" cy="481013"/>
          </a:xfrm>
          <a:prstGeom prst="rect">
            <a:avLst/>
          </a:prstGeom>
        </p:spPr>
        <p:txBody>
          <a:bodyPr vert="horz" wrap="square" lIns="95747" tIns="47873" rIns="95747" bIns="47873" numCol="1" anchor="b" anchorCtr="0" compatLnSpc="1">
            <a:prstTxWarp prst="textNoShape">
              <a:avLst/>
            </a:prstTxWarp>
          </a:bodyPr>
          <a:lstStyle>
            <a:lvl1pPr defTabSz="2297113" eaLnBrk="1" hangingPunct="1">
              <a:defRPr sz="1300">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5"/>
          </p:nvPr>
        </p:nvSpPr>
        <p:spPr>
          <a:xfrm>
            <a:off x="4143375" y="9118600"/>
            <a:ext cx="3170238" cy="481013"/>
          </a:xfrm>
          <a:prstGeom prst="rect">
            <a:avLst/>
          </a:prstGeom>
        </p:spPr>
        <p:txBody>
          <a:bodyPr vert="horz" wrap="square" lIns="95747" tIns="47873" rIns="95747" bIns="47873" numCol="1" anchor="b" anchorCtr="0" compatLnSpc="1">
            <a:prstTxWarp prst="textNoShape">
              <a:avLst/>
            </a:prstTxWarp>
          </a:bodyPr>
          <a:lstStyle>
            <a:lvl1pPr algn="r" defTabSz="2297113" eaLnBrk="1" hangingPunct="1">
              <a:defRPr sz="1300" smtClean="0"/>
            </a:lvl1pPr>
          </a:lstStyle>
          <a:p>
            <a:pPr>
              <a:defRPr/>
            </a:pPr>
            <a:fld id="{A025C710-F067-084F-8577-242C4DF60C76}" type="slidenum">
              <a:rPr lang="en-US" altLang="en-US"/>
              <a:pPr>
                <a:defRPr/>
              </a:pPr>
              <a:t>‹#›</a:t>
            </a:fld>
            <a:endParaRPr lang="en-US" altLang="en-US"/>
          </a:p>
        </p:txBody>
      </p:sp>
    </p:spTree>
    <p:extLst>
      <p:ext uri="{BB962C8B-B14F-4D97-AF65-F5344CB8AC3E}">
        <p14:creationId xmlns:p14="http://schemas.microsoft.com/office/powerpoint/2010/main" val="1238402917"/>
      </p:ext>
    </p:extLst>
  </p:cSld>
  <p:clrMap bg1="lt1" tx1="dk1" bg2="lt2" tx2="dk2" accent1="accent1" accent2="accent2" accent3="accent3" accent4="accent4" accent5="accent5" accent6="accent6" hlink="hlink" folHlink="folHlink"/>
  <p:notesStyle>
    <a:lvl1pPr algn="l" defTabSz="4491038" rtl="0" eaLnBrk="0" fontAlgn="base" hangingPunct="0">
      <a:spcBef>
        <a:spcPct val="30000"/>
      </a:spcBef>
      <a:spcAft>
        <a:spcPct val="0"/>
      </a:spcAft>
      <a:defRPr sz="6100" kern="1200">
        <a:solidFill>
          <a:schemeClr val="tx1"/>
        </a:solidFill>
        <a:latin typeface="+mn-lt"/>
        <a:ea typeface="ＭＳ Ｐゴシック" charset="0"/>
        <a:cs typeface="ＭＳ Ｐゴシック" charset="0"/>
      </a:defRPr>
    </a:lvl1pPr>
    <a:lvl2pPr marL="2244725" algn="l" defTabSz="4491038" rtl="0" eaLnBrk="0" fontAlgn="base" hangingPunct="0">
      <a:spcBef>
        <a:spcPct val="30000"/>
      </a:spcBef>
      <a:spcAft>
        <a:spcPct val="0"/>
      </a:spcAft>
      <a:defRPr sz="6100" kern="1200">
        <a:solidFill>
          <a:schemeClr val="tx1"/>
        </a:solidFill>
        <a:latin typeface="+mn-lt"/>
        <a:ea typeface="ＭＳ Ｐゴシック" charset="0"/>
        <a:cs typeface="+mn-cs"/>
      </a:defRPr>
    </a:lvl2pPr>
    <a:lvl3pPr marL="4491038" algn="l" defTabSz="4491038" rtl="0" eaLnBrk="0" fontAlgn="base" hangingPunct="0">
      <a:spcBef>
        <a:spcPct val="30000"/>
      </a:spcBef>
      <a:spcAft>
        <a:spcPct val="0"/>
      </a:spcAft>
      <a:defRPr sz="6100" kern="1200">
        <a:solidFill>
          <a:schemeClr val="tx1"/>
        </a:solidFill>
        <a:latin typeface="+mn-lt"/>
        <a:ea typeface="ＭＳ Ｐゴシック" charset="0"/>
        <a:cs typeface="+mn-cs"/>
      </a:defRPr>
    </a:lvl3pPr>
    <a:lvl4pPr marL="6738938" algn="l" defTabSz="4491038" rtl="0" eaLnBrk="0" fontAlgn="base" hangingPunct="0">
      <a:spcBef>
        <a:spcPct val="30000"/>
      </a:spcBef>
      <a:spcAft>
        <a:spcPct val="0"/>
      </a:spcAft>
      <a:defRPr sz="6100" kern="1200">
        <a:solidFill>
          <a:schemeClr val="tx1"/>
        </a:solidFill>
        <a:latin typeface="+mn-lt"/>
        <a:ea typeface="ＭＳ Ｐゴシック" charset="0"/>
        <a:cs typeface="+mn-cs"/>
      </a:defRPr>
    </a:lvl4pPr>
    <a:lvl5pPr marL="8985250" algn="l" defTabSz="4491038" rtl="0" eaLnBrk="0" fontAlgn="base" hangingPunct="0">
      <a:spcBef>
        <a:spcPct val="30000"/>
      </a:spcBef>
      <a:spcAft>
        <a:spcPct val="0"/>
      </a:spcAft>
      <a:defRPr sz="6100" kern="1200">
        <a:solidFill>
          <a:schemeClr val="tx1"/>
        </a:solidFill>
        <a:latin typeface="+mn-lt"/>
        <a:ea typeface="ＭＳ Ｐゴシック" charset="0"/>
        <a:cs typeface="+mn-cs"/>
      </a:defRPr>
    </a:lvl5pPr>
    <a:lvl6pPr marL="11233671" algn="l" defTabSz="4493469" rtl="0" eaLnBrk="1" latinLnBrk="0" hangingPunct="1">
      <a:defRPr sz="6100" kern="1200">
        <a:solidFill>
          <a:schemeClr val="tx1"/>
        </a:solidFill>
        <a:latin typeface="+mn-lt"/>
        <a:ea typeface="+mn-ea"/>
        <a:cs typeface="+mn-cs"/>
      </a:defRPr>
    </a:lvl6pPr>
    <a:lvl7pPr marL="13480405" algn="l" defTabSz="4493469" rtl="0" eaLnBrk="1" latinLnBrk="0" hangingPunct="1">
      <a:defRPr sz="6100" kern="1200">
        <a:solidFill>
          <a:schemeClr val="tx1"/>
        </a:solidFill>
        <a:latin typeface="+mn-lt"/>
        <a:ea typeface="+mn-ea"/>
        <a:cs typeface="+mn-cs"/>
      </a:defRPr>
    </a:lvl7pPr>
    <a:lvl8pPr marL="15727140" algn="l" defTabSz="4493469" rtl="0" eaLnBrk="1" latinLnBrk="0" hangingPunct="1">
      <a:defRPr sz="6100" kern="1200">
        <a:solidFill>
          <a:schemeClr val="tx1"/>
        </a:solidFill>
        <a:latin typeface="+mn-lt"/>
        <a:ea typeface="+mn-ea"/>
        <a:cs typeface="+mn-cs"/>
      </a:defRPr>
    </a:lvl8pPr>
    <a:lvl9pPr marL="17973874" algn="l" defTabSz="4493469" rtl="0" eaLnBrk="1" latinLnBrk="0" hangingPunct="1">
      <a:defRPr sz="6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xfrm>
            <a:off x="1257300" y="719138"/>
            <a:ext cx="4800600" cy="3600450"/>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normAutofit/>
          </a:bodyPr>
          <a:lstStyle/>
          <a:p>
            <a:pPr eaLnBrk="1" hangingPunct="1">
              <a:spcBef>
                <a:spcPct val="0"/>
              </a:spcBef>
            </a:pPr>
            <a:r>
              <a:rPr lang="en-US" altLang="en-US" dirty="0" err="1">
                <a:ea typeface="ＭＳ Ｐゴシック" charset="-128"/>
              </a:rPr>
              <a:t>std_beta</a:t>
            </a:r>
            <a:r>
              <a:rPr lang="en-US" altLang="en-US" dirty="0">
                <a:ea typeface="ＭＳ Ｐゴシック" charset="-128"/>
              </a:rPr>
              <a:t>   &lt;- </a:t>
            </a:r>
            <a:r>
              <a:rPr lang="en-US" altLang="en-US" dirty="0" err="1">
                <a:ea typeface="ＭＳ Ｐゴシック" charset="-128"/>
              </a:rPr>
              <a:t>as.numeric</a:t>
            </a:r>
            <a:r>
              <a:rPr lang="en-US" altLang="en-US" dirty="0">
                <a:ea typeface="ＭＳ Ｐゴシック" charset="-128"/>
              </a:rPr>
              <a:t>(beta) * </a:t>
            </a:r>
            <a:r>
              <a:rPr lang="en-US" altLang="en-US" dirty="0" err="1">
                <a:ea typeface="ＭＳ Ｐゴシック" charset="-128"/>
              </a:rPr>
              <a:t>sd_X_cols</a:t>
            </a:r>
            <a:r>
              <a:rPr lang="en-US" altLang="en-US" dirty="0">
                <a:ea typeface="ＭＳ Ｐゴシック" charset="-128"/>
              </a:rPr>
              <a:t> / </a:t>
            </a:r>
            <a:r>
              <a:rPr lang="en-US" altLang="en-US" dirty="0" err="1">
                <a:ea typeface="ＭＳ Ｐゴシック" charset="-128"/>
              </a:rPr>
              <a:t>sd_noise</a:t>
            </a:r>
            <a:r>
              <a:rPr lang="en-US" altLang="en-US" dirty="0">
                <a:ea typeface="ＭＳ Ｐゴシック" charset="-128"/>
              </a:rPr>
              <a:t> </a:t>
            </a:r>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2297113">
              <a:defRPr>
                <a:solidFill>
                  <a:schemeClr val="tx1"/>
                </a:solidFill>
                <a:latin typeface="Arial" charset="0"/>
                <a:ea typeface="ＭＳ Ｐゴシック" charset="-128"/>
              </a:defRPr>
            </a:lvl1pPr>
            <a:lvl2pPr marL="742950" indent="-285750" defTabSz="2297113">
              <a:defRPr>
                <a:solidFill>
                  <a:schemeClr val="tx1"/>
                </a:solidFill>
                <a:latin typeface="Arial" charset="0"/>
                <a:ea typeface="ＭＳ Ｐゴシック" charset="-128"/>
              </a:defRPr>
            </a:lvl2pPr>
            <a:lvl3pPr marL="1143000" indent="-228600" defTabSz="2297113">
              <a:defRPr>
                <a:solidFill>
                  <a:schemeClr val="tx1"/>
                </a:solidFill>
                <a:latin typeface="Arial" charset="0"/>
                <a:ea typeface="ＭＳ Ｐゴシック" charset="-128"/>
              </a:defRPr>
            </a:lvl3pPr>
            <a:lvl4pPr marL="1600200" indent="-228600" defTabSz="2297113">
              <a:defRPr>
                <a:solidFill>
                  <a:schemeClr val="tx1"/>
                </a:solidFill>
                <a:latin typeface="Arial" charset="0"/>
                <a:ea typeface="ＭＳ Ｐゴシック" charset="-128"/>
              </a:defRPr>
            </a:lvl4pPr>
            <a:lvl5pPr marL="2057400" indent="-228600" defTabSz="2297113">
              <a:defRPr>
                <a:solidFill>
                  <a:schemeClr val="tx1"/>
                </a:solidFill>
                <a:latin typeface="Arial" charset="0"/>
                <a:ea typeface="ＭＳ Ｐゴシック" charset="-128"/>
              </a:defRPr>
            </a:lvl5pPr>
            <a:lvl6pPr marL="2514600" indent="-228600" defTabSz="2297113" eaLnBrk="0" fontAlgn="base" hangingPunct="0">
              <a:spcBef>
                <a:spcPct val="0"/>
              </a:spcBef>
              <a:spcAft>
                <a:spcPct val="0"/>
              </a:spcAft>
              <a:defRPr>
                <a:solidFill>
                  <a:schemeClr val="tx1"/>
                </a:solidFill>
                <a:latin typeface="Arial" charset="0"/>
                <a:ea typeface="ＭＳ Ｐゴシック" charset="-128"/>
              </a:defRPr>
            </a:lvl6pPr>
            <a:lvl7pPr marL="2971800" indent="-228600" defTabSz="2297113" eaLnBrk="0" fontAlgn="base" hangingPunct="0">
              <a:spcBef>
                <a:spcPct val="0"/>
              </a:spcBef>
              <a:spcAft>
                <a:spcPct val="0"/>
              </a:spcAft>
              <a:defRPr>
                <a:solidFill>
                  <a:schemeClr val="tx1"/>
                </a:solidFill>
                <a:latin typeface="Arial" charset="0"/>
                <a:ea typeface="ＭＳ Ｐゴシック" charset="-128"/>
              </a:defRPr>
            </a:lvl7pPr>
            <a:lvl8pPr marL="3429000" indent="-228600" defTabSz="2297113" eaLnBrk="0" fontAlgn="base" hangingPunct="0">
              <a:spcBef>
                <a:spcPct val="0"/>
              </a:spcBef>
              <a:spcAft>
                <a:spcPct val="0"/>
              </a:spcAft>
              <a:defRPr>
                <a:solidFill>
                  <a:schemeClr val="tx1"/>
                </a:solidFill>
                <a:latin typeface="Arial" charset="0"/>
                <a:ea typeface="ＭＳ Ｐゴシック" charset="-128"/>
              </a:defRPr>
            </a:lvl8pPr>
            <a:lvl9pPr marL="3886200" indent="-228600" defTabSz="2297113" eaLnBrk="0" fontAlgn="base" hangingPunct="0">
              <a:spcBef>
                <a:spcPct val="0"/>
              </a:spcBef>
              <a:spcAft>
                <a:spcPct val="0"/>
              </a:spcAft>
              <a:defRPr>
                <a:solidFill>
                  <a:schemeClr val="tx1"/>
                </a:solidFill>
                <a:latin typeface="Arial" charset="0"/>
                <a:ea typeface="ＭＳ Ｐゴシック" charset="-128"/>
              </a:defRPr>
            </a:lvl9pPr>
          </a:lstStyle>
          <a:p>
            <a:fld id="{447F5D57-1098-664A-8A06-70BCC3F2F3E5}" type="slidenum">
              <a:rPr lang="en-US" altLang="en-US"/>
              <a:pPr/>
              <a:t>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3988" y="10226046"/>
            <a:ext cx="37331810" cy="7056119"/>
          </a:xfrm>
        </p:spPr>
        <p:txBody>
          <a:bodyPr/>
          <a:lstStyle/>
          <a:p>
            <a:r>
              <a:rPr lang="en-US"/>
              <a:t>Click to edit Master title style</a:t>
            </a:r>
          </a:p>
        </p:txBody>
      </p:sp>
      <p:sp>
        <p:nvSpPr>
          <p:cNvPr id="3" name="Subtitle 2"/>
          <p:cNvSpPr>
            <a:spLocks noGrp="1"/>
          </p:cNvSpPr>
          <p:nvPr>
            <p:ph type="subTitle" idx="1"/>
          </p:nvPr>
        </p:nvSpPr>
        <p:spPr>
          <a:xfrm>
            <a:off x="6587967" y="18653760"/>
            <a:ext cx="30743843" cy="8412481"/>
          </a:xfrm>
        </p:spPr>
        <p:txBody>
          <a:bodyPr/>
          <a:lstStyle>
            <a:lvl1pPr marL="0" indent="0" algn="ctr">
              <a:buNone/>
              <a:defRPr>
                <a:solidFill>
                  <a:schemeClr val="tx1">
                    <a:tint val="75000"/>
                  </a:schemeClr>
                </a:solidFill>
              </a:defRPr>
            </a:lvl1pPr>
            <a:lvl2pPr marL="1685022" indent="0" algn="ctr">
              <a:buNone/>
              <a:defRPr>
                <a:solidFill>
                  <a:schemeClr val="tx1">
                    <a:tint val="75000"/>
                  </a:schemeClr>
                </a:solidFill>
              </a:defRPr>
            </a:lvl2pPr>
            <a:lvl3pPr marL="3370044" indent="0" algn="ctr">
              <a:buNone/>
              <a:defRPr>
                <a:solidFill>
                  <a:schemeClr val="tx1">
                    <a:tint val="75000"/>
                  </a:schemeClr>
                </a:solidFill>
              </a:defRPr>
            </a:lvl3pPr>
            <a:lvl4pPr marL="5055066" indent="0" algn="ctr">
              <a:buNone/>
              <a:defRPr>
                <a:solidFill>
                  <a:schemeClr val="tx1">
                    <a:tint val="75000"/>
                  </a:schemeClr>
                </a:solidFill>
              </a:defRPr>
            </a:lvl4pPr>
            <a:lvl5pPr marL="6740089" indent="0" algn="ctr">
              <a:buNone/>
              <a:defRPr>
                <a:solidFill>
                  <a:schemeClr val="tx1">
                    <a:tint val="75000"/>
                  </a:schemeClr>
                </a:solidFill>
              </a:defRPr>
            </a:lvl5pPr>
            <a:lvl6pPr marL="8425109" indent="0" algn="ctr">
              <a:buNone/>
              <a:defRPr>
                <a:solidFill>
                  <a:schemeClr val="tx1">
                    <a:tint val="75000"/>
                  </a:schemeClr>
                </a:solidFill>
              </a:defRPr>
            </a:lvl6pPr>
            <a:lvl7pPr marL="10110131" indent="0" algn="ctr">
              <a:buNone/>
              <a:defRPr>
                <a:solidFill>
                  <a:schemeClr val="tx1">
                    <a:tint val="75000"/>
                  </a:schemeClr>
                </a:solidFill>
              </a:defRPr>
            </a:lvl7pPr>
            <a:lvl8pPr marL="11795153" indent="0" algn="ctr">
              <a:buNone/>
              <a:defRPr>
                <a:solidFill>
                  <a:schemeClr val="tx1">
                    <a:tint val="75000"/>
                  </a:schemeClr>
                </a:solidFill>
              </a:defRPr>
            </a:lvl8pPr>
            <a:lvl9pPr marL="134801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A6D25B7-8950-5C4B-85EA-6CD5FB3A0C6C}" type="datetime1">
              <a:rPr lang="en-US" altLang="en-US"/>
              <a:pPr>
                <a:defRPr/>
              </a:pPr>
              <a:t>3/12/26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57E5F88-CB70-C348-9320-FE9874A12B8D}" type="slidenum">
              <a:rPr lang="en-US" altLang="en-US"/>
              <a:pPr>
                <a:defRPr/>
              </a:pPr>
              <a:t>‹#›</a:t>
            </a:fld>
            <a:endParaRPr lang="en-US" altLang="en-US"/>
          </a:p>
        </p:txBody>
      </p:sp>
    </p:spTree>
    <p:extLst>
      <p:ext uri="{BB962C8B-B14F-4D97-AF65-F5344CB8AC3E}">
        <p14:creationId xmlns:p14="http://schemas.microsoft.com/office/powerpoint/2010/main" val="1233805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E4690F9-5AF2-E143-A3BE-F3A982DCBCAB}" type="datetime1">
              <a:rPr lang="en-US" altLang="en-US"/>
              <a:pPr>
                <a:defRPr/>
              </a:pPr>
              <a:t>3/12/26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36E83E0-C03C-3147-BEA9-068F9EDFE231}" type="slidenum">
              <a:rPr lang="en-US" altLang="en-US"/>
              <a:pPr>
                <a:defRPr/>
              </a:pPr>
              <a:t>‹#›</a:t>
            </a:fld>
            <a:endParaRPr lang="en-US" altLang="en-US"/>
          </a:p>
        </p:txBody>
      </p:sp>
    </p:spTree>
    <p:extLst>
      <p:ext uri="{BB962C8B-B14F-4D97-AF65-F5344CB8AC3E}">
        <p14:creationId xmlns:p14="http://schemas.microsoft.com/office/powerpoint/2010/main" val="467279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9363" y="21153124"/>
            <a:ext cx="37331810" cy="6537959"/>
          </a:xfrm>
        </p:spPr>
        <p:txBody>
          <a:bodyPr anchor="t"/>
          <a:lstStyle>
            <a:lvl1pPr algn="l">
              <a:defRPr sz="14775" b="1" cap="all"/>
            </a:lvl1pPr>
          </a:lstStyle>
          <a:p>
            <a:r>
              <a:rPr lang="en-US"/>
              <a:t>Click to edit Master title style</a:t>
            </a:r>
          </a:p>
        </p:txBody>
      </p:sp>
      <p:sp>
        <p:nvSpPr>
          <p:cNvPr id="3" name="Text Placeholder 2"/>
          <p:cNvSpPr>
            <a:spLocks noGrp="1"/>
          </p:cNvSpPr>
          <p:nvPr>
            <p:ph type="body" idx="1"/>
          </p:nvPr>
        </p:nvSpPr>
        <p:spPr>
          <a:xfrm>
            <a:off x="3469363" y="13952227"/>
            <a:ext cx="37331810" cy="7200899"/>
          </a:xfrm>
        </p:spPr>
        <p:txBody>
          <a:bodyPr anchor="b"/>
          <a:lstStyle>
            <a:lvl1pPr marL="0" indent="0">
              <a:buNone/>
              <a:defRPr sz="7350">
                <a:solidFill>
                  <a:schemeClr val="tx1">
                    <a:tint val="75000"/>
                  </a:schemeClr>
                </a:solidFill>
              </a:defRPr>
            </a:lvl1pPr>
            <a:lvl2pPr marL="1685022" indent="0">
              <a:buNone/>
              <a:defRPr sz="6600">
                <a:solidFill>
                  <a:schemeClr val="tx1">
                    <a:tint val="75000"/>
                  </a:schemeClr>
                </a:solidFill>
              </a:defRPr>
            </a:lvl2pPr>
            <a:lvl3pPr marL="3370044" indent="0">
              <a:buNone/>
              <a:defRPr sz="5925">
                <a:solidFill>
                  <a:schemeClr val="tx1">
                    <a:tint val="75000"/>
                  </a:schemeClr>
                </a:solidFill>
              </a:defRPr>
            </a:lvl3pPr>
            <a:lvl4pPr marL="5055066" indent="0">
              <a:buNone/>
              <a:defRPr sz="5100">
                <a:solidFill>
                  <a:schemeClr val="tx1">
                    <a:tint val="75000"/>
                  </a:schemeClr>
                </a:solidFill>
              </a:defRPr>
            </a:lvl4pPr>
            <a:lvl5pPr marL="6740089" indent="0">
              <a:buNone/>
              <a:defRPr sz="5100">
                <a:solidFill>
                  <a:schemeClr val="tx1">
                    <a:tint val="75000"/>
                  </a:schemeClr>
                </a:solidFill>
              </a:defRPr>
            </a:lvl5pPr>
            <a:lvl6pPr marL="8425109" indent="0">
              <a:buNone/>
              <a:defRPr sz="5100">
                <a:solidFill>
                  <a:schemeClr val="tx1">
                    <a:tint val="75000"/>
                  </a:schemeClr>
                </a:solidFill>
              </a:defRPr>
            </a:lvl6pPr>
            <a:lvl7pPr marL="10110131" indent="0">
              <a:buNone/>
              <a:defRPr sz="5100">
                <a:solidFill>
                  <a:schemeClr val="tx1">
                    <a:tint val="75000"/>
                  </a:schemeClr>
                </a:solidFill>
              </a:defRPr>
            </a:lvl7pPr>
            <a:lvl8pPr marL="11795153" indent="0">
              <a:buNone/>
              <a:defRPr sz="5100">
                <a:solidFill>
                  <a:schemeClr val="tx1">
                    <a:tint val="75000"/>
                  </a:schemeClr>
                </a:solidFill>
              </a:defRPr>
            </a:lvl8pPr>
            <a:lvl9pPr marL="13480175" indent="0">
              <a:buNone/>
              <a:defRPr sz="5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FD22E21-5FC8-9640-A718-A4669C2A537B}" type="datetime1">
              <a:rPr lang="en-US" altLang="en-US"/>
              <a:pPr>
                <a:defRPr/>
              </a:pPr>
              <a:t>3/12/26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F04339D-EF81-3945-93C9-6267F6ED1A6D}" type="slidenum">
              <a:rPr lang="en-US" altLang="en-US"/>
              <a:pPr>
                <a:defRPr/>
              </a:pPr>
              <a:t>‹#›</a:t>
            </a:fld>
            <a:endParaRPr lang="en-US" altLang="en-US"/>
          </a:p>
        </p:txBody>
      </p:sp>
    </p:spTree>
    <p:extLst>
      <p:ext uri="{BB962C8B-B14F-4D97-AF65-F5344CB8AC3E}">
        <p14:creationId xmlns:p14="http://schemas.microsoft.com/office/powerpoint/2010/main" val="213951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5990" y="7680964"/>
            <a:ext cx="19397901" cy="21724623"/>
          </a:xfrm>
        </p:spPr>
        <p:txBody>
          <a:bodyPr/>
          <a:lstStyle>
            <a:lvl1pPr>
              <a:defRPr sz="10275"/>
            </a:lvl1pPr>
            <a:lvl2pPr>
              <a:defRPr sz="8775"/>
            </a:lvl2pPr>
            <a:lvl3pPr>
              <a:defRPr sz="7350"/>
            </a:lvl3pPr>
            <a:lvl4pPr>
              <a:defRPr sz="6600"/>
            </a:lvl4pPr>
            <a:lvl5pPr>
              <a:defRPr sz="6600"/>
            </a:lvl5pPr>
            <a:lvl6pPr>
              <a:defRPr sz="6600"/>
            </a:lvl6pPr>
            <a:lvl7pPr>
              <a:defRPr sz="6600"/>
            </a:lvl7pPr>
            <a:lvl8pPr>
              <a:defRPr sz="6600"/>
            </a:lvl8pPr>
            <a:lvl9pPr>
              <a:defRPr sz="6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25885" y="7680964"/>
            <a:ext cx="19397901" cy="21724623"/>
          </a:xfrm>
        </p:spPr>
        <p:txBody>
          <a:bodyPr/>
          <a:lstStyle>
            <a:lvl1pPr>
              <a:defRPr sz="10275"/>
            </a:lvl1pPr>
            <a:lvl2pPr>
              <a:defRPr sz="8775"/>
            </a:lvl2pPr>
            <a:lvl3pPr>
              <a:defRPr sz="7350"/>
            </a:lvl3pPr>
            <a:lvl4pPr>
              <a:defRPr sz="6600"/>
            </a:lvl4pPr>
            <a:lvl5pPr>
              <a:defRPr sz="6600"/>
            </a:lvl5pPr>
            <a:lvl6pPr>
              <a:defRPr sz="6600"/>
            </a:lvl6pPr>
            <a:lvl7pPr>
              <a:defRPr sz="6600"/>
            </a:lvl7pPr>
            <a:lvl8pPr>
              <a:defRPr sz="6600"/>
            </a:lvl8pPr>
            <a:lvl9pPr>
              <a:defRPr sz="6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24FB39D1-7F4F-604B-A3A2-46612C98A77B}" type="datetime1">
              <a:rPr lang="en-US" altLang="en-US"/>
              <a:pPr>
                <a:defRPr/>
              </a:pPr>
              <a:t>3/12/26</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2EBC600-2895-D643-B35B-4C58CD0B30D9}" type="slidenum">
              <a:rPr lang="en-US" altLang="en-US"/>
              <a:pPr>
                <a:defRPr/>
              </a:pPr>
              <a:t>‹#›</a:t>
            </a:fld>
            <a:endParaRPr lang="en-US" altLang="en-US"/>
          </a:p>
        </p:txBody>
      </p:sp>
    </p:spTree>
    <p:extLst>
      <p:ext uri="{BB962C8B-B14F-4D97-AF65-F5344CB8AC3E}">
        <p14:creationId xmlns:p14="http://schemas.microsoft.com/office/powerpoint/2010/main" val="999890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5995" y="7368543"/>
            <a:ext cx="19405528" cy="3070859"/>
          </a:xfrm>
        </p:spPr>
        <p:txBody>
          <a:bodyPr anchor="b"/>
          <a:lstStyle>
            <a:lvl1pPr marL="0" indent="0">
              <a:buNone/>
              <a:defRPr sz="8775" b="1"/>
            </a:lvl1pPr>
            <a:lvl2pPr marL="1685022" indent="0">
              <a:buNone/>
              <a:defRPr sz="7350" b="1"/>
            </a:lvl2pPr>
            <a:lvl3pPr marL="3370044" indent="0">
              <a:buNone/>
              <a:defRPr sz="6600" b="1"/>
            </a:lvl3pPr>
            <a:lvl4pPr marL="5055066" indent="0">
              <a:buNone/>
              <a:defRPr sz="5925" b="1"/>
            </a:lvl4pPr>
            <a:lvl5pPr marL="6740089" indent="0">
              <a:buNone/>
              <a:defRPr sz="5925" b="1"/>
            </a:lvl5pPr>
            <a:lvl6pPr marL="8425109" indent="0">
              <a:buNone/>
              <a:defRPr sz="5925" b="1"/>
            </a:lvl6pPr>
            <a:lvl7pPr marL="10110131" indent="0">
              <a:buNone/>
              <a:defRPr sz="5925" b="1"/>
            </a:lvl7pPr>
            <a:lvl8pPr marL="11795153" indent="0">
              <a:buNone/>
              <a:defRPr sz="5925" b="1"/>
            </a:lvl8pPr>
            <a:lvl9pPr marL="13480175" indent="0">
              <a:buNone/>
              <a:defRPr sz="5925" b="1"/>
            </a:lvl9pPr>
          </a:lstStyle>
          <a:p>
            <a:pPr lvl="0"/>
            <a:r>
              <a:rPr lang="en-US"/>
              <a:t>Click to edit Master text styles</a:t>
            </a:r>
          </a:p>
        </p:txBody>
      </p:sp>
      <p:sp>
        <p:nvSpPr>
          <p:cNvPr id="4" name="Content Placeholder 3"/>
          <p:cNvSpPr>
            <a:spLocks noGrp="1"/>
          </p:cNvSpPr>
          <p:nvPr>
            <p:ph sz="half" idx="2"/>
          </p:nvPr>
        </p:nvSpPr>
        <p:spPr>
          <a:xfrm>
            <a:off x="2195995" y="10439404"/>
            <a:ext cx="19405528" cy="18966182"/>
          </a:xfrm>
        </p:spPr>
        <p:txBody>
          <a:bodyPr/>
          <a:lstStyle>
            <a:lvl1pPr>
              <a:defRPr sz="8775"/>
            </a:lvl1pPr>
            <a:lvl2pPr>
              <a:defRPr sz="7350"/>
            </a:lvl2pPr>
            <a:lvl3pPr>
              <a:defRPr sz="6600"/>
            </a:lvl3pPr>
            <a:lvl4pPr>
              <a:defRPr sz="5925"/>
            </a:lvl4pPr>
            <a:lvl5pPr>
              <a:defRPr sz="5925"/>
            </a:lvl5pPr>
            <a:lvl6pPr>
              <a:defRPr sz="5925"/>
            </a:lvl6pPr>
            <a:lvl7pPr>
              <a:defRPr sz="5925"/>
            </a:lvl7pPr>
            <a:lvl8pPr>
              <a:defRPr sz="5925"/>
            </a:lvl8pPr>
            <a:lvl9pPr>
              <a:defRPr sz="59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310642" y="7368543"/>
            <a:ext cx="19413151" cy="3070859"/>
          </a:xfrm>
        </p:spPr>
        <p:txBody>
          <a:bodyPr anchor="b"/>
          <a:lstStyle>
            <a:lvl1pPr marL="0" indent="0">
              <a:buNone/>
              <a:defRPr sz="8775" b="1"/>
            </a:lvl1pPr>
            <a:lvl2pPr marL="1685022" indent="0">
              <a:buNone/>
              <a:defRPr sz="7350" b="1"/>
            </a:lvl2pPr>
            <a:lvl3pPr marL="3370044" indent="0">
              <a:buNone/>
              <a:defRPr sz="6600" b="1"/>
            </a:lvl3pPr>
            <a:lvl4pPr marL="5055066" indent="0">
              <a:buNone/>
              <a:defRPr sz="5925" b="1"/>
            </a:lvl4pPr>
            <a:lvl5pPr marL="6740089" indent="0">
              <a:buNone/>
              <a:defRPr sz="5925" b="1"/>
            </a:lvl5pPr>
            <a:lvl6pPr marL="8425109" indent="0">
              <a:buNone/>
              <a:defRPr sz="5925" b="1"/>
            </a:lvl6pPr>
            <a:lvl7pPr marL="10110131" indent="0">
              <a:buNone/>
              <a:defRPr sz="5925" b="1"/>
            </a:lvl7pPr>
            <a:lvl8pPr marL="11795153" indent="0">
              <a:buNone/>
              <a:defRPr sz="5925" b="1"/>
            </a:lvl8pPr>
            <a:lvl9pPr marL="13480175" indent="0">
              <a:buNone/>
              <a:defRPr sz="5925" b="1"/>
            </a:lvl9pPr>
          </a:lstStyle>
          <a:p>
            <a:pPr lvl="0"/>
            <a:r>
              <a:rPr lang="en-US"/>
              <a:t>Click to edit Master text styles</a:t>
            </a:r>
          </a:p>
        </p:txBody>
      </p:sp>
      <p:sp>
        <p:nvSpPr>
          <p:cNvPr id="6" name="Content Placeholder 5"/>
          <p:cNvSpPr>
            <a:spLocks noGrp="1"/>
          </p:cNvSpPr>
          <p:nvPr>
            <p:ph sz="quarter" idx="4"/>
          </p:nvPr>
        </p:nvSpPr>
        <p:spPr>
          <a:xfrm>
            <a:off x="22310642" y="10439404"/>
            <a:ext cx="19413151" cy="18966182"/>
          </a:xfrm>
        </p:spPr>
        <p:txBody>
          <a:bodyPr/>
          <a:lstStyle>
            <a:lvl1pPr>
              <a:defRPr sz="8775"/>
            </a:lvl1pPr>
            <a:lvl2pPr>
              <a:defRPr sz="7350"/>
            </a:lvl2pPr>
            <a:lvl3pPr>
              <a:defRPr sz="6600"/>
            </a:lvl3pPr>
            <a:lvl4pPr>
              <a:defRPr sz="5925"/>
            </a:lvl4pPr>
            <a:lvl5pPr>
              <a:defRPr sz="5925"/>
            </a:lvl5pPr>
            <a:lvl6pPr>
              <a:defRPr sz="5925"/>
            </a:lvl6pPr>
            <a:lvl7pPr>
              <a:defRPr sz="5925"/>
            </a:lvl7pPr>
            <a:lvl8pPr>
              <a:defRPr sz="5925"/>
            </a:lvl8pPr>
            <a:lvl9pPr>
              <a:defRPr sz="59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837E5B5-A4D9-2F4C-A21B-1301F825AC4C}" type="datetime1">
              <a:rPr lang="en-US" altLang="en-US"/>
              <a:pPr>
                <a:defRPr/>
              </a:pPr>
              <a:t>3/12/26</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C976FDC3-65E7-CC46-AF28-CDA6D6FF3E97}" type="slidenum">
              <a:rPr lang="en-US" altLang="en-US"/>
              <a:pPr>
                <a:defRPr/>
              </a:pPr>
              <a:t>‹#›</a:t>
            </a:fld>
            <a:endParaRPr lang="en-US" altLang="en-US"/>
          </a:p>
        </p:txBody>
      </p:sp>
    </p:spTree>
    <p:extLst>
      <p:ext uri="{BB962C8B-B14F-4D97-AF65-F5344CB8AC3E}">
        <p14:creationId xmlns:p14="http://schemas.microsoft.com/office/powerpoint/2010/main" val="1107843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5EF2F5E-CEC1-DE48-9E35-DE60DDCA91D8}" type="datetime1">
              <a:rPr lang="en-US" altLang="en-US"/>
              <a:pPr>
                <a:defRPr/>
              </a:pPr>
              <a:t>3/12/26</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A157A454-D223-D34D-81BC-5EC697C4ADEC}" type="slidenum">
              <a:rPr lang="en-US" altLang="en-US"/>
              <a:pPr>
                <a:defRPr/>
              </a:pPr>
              <a:t>‹#›</a:t>
            </a:fld>
            <a:endParaRPr lang="en-US" altLang="en-US"/>
          </a:p>
        </p:txBody>
      </p:sp>
    </p:spTree>
    <p:extLst>
      <p:ext uri="{BB962C8B-B14F-4D97-AF65-F5344CB8AC3E}">
        <p14:creationId xmlns:p14="http://schemas.microsoft.com/office/powerpoint/2010/main" val="846720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7020683-41AA-5147-941B-26ACF864569C}" type="datetime1">
              <a:rPr lang="en-US" altLang="en-US"/>
              <a:pPr>
                <a:defRPr/>
              </a:pPr>
              <a:t>3/12/26</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35E557A-0D26-1E41-A436-BD3C3881C8AE}" type="slidenum">
              <a:rPr lang="en-US" altLang="en-US"/>
              <a:pPr>
                <a:defRPr/>
              </a:pPr>
              <a:t>‹#›</a:t>
            </a:fld>
            <a:endParaRPr lang="en-US" altLang="en-US"/>
          </a:p>
        </p:txBody>
      </p:sp>
    </p:spTree>
    <p:extLst>
      <p:ext uri="{BB962C8B-B14F-4D97-AF65-F5344CB8AC3E}">
        <p14:creationId xmlns:p14="http://schemas.microsoft.com/office/powerpoint/2010/main" val="1602680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5996" y="1310640"/>
            <a:ext cx="14449304" cy="5577840"/>
          </a:xfrm>
        </p:spPr>
        <p:txBody>
          <a:bodyPr anchor="b"/>
          <a:lstStyle>
            <a:lvl1pPr algn="l">
              <a:defRPr sz="7350" b="1"/>
            </a:lvl1pPr>
          </a:lstStyle>
          <a:p>
            <a:r>
              <a:rPr lang="en-US"/>
              <a:t>Click to edit Master title style</a:t>
            </a:r>
          </a:p>
        </p:txBody>
      </p:sp>
      <p:sp>
        <p:nvSpPr>
          <p:cNvPr id="3" name="Content Placeholder 2"/>
          <p:cNvSpPr>
            <a:spLocks noGrp="1"/>
          </p:cNvSpPr>
          <p:nvPr>
            <p:ph idx="1"/>
          </p:nvPr>
        </p:nvSpPr>
        <p:spPr>
          <a:xfrm>
            <a:off x="17171415" y="1310644"/>
            <a:ext cx="24552374" cy="28094943"/>
          </a:xfrm>
        </p:spPr>
        <p:txBody>
          <a:bodyPr/>
          <a:lstStyle>
            <a:lvl1pPr>
              <a:defRPr sz="11925"/>
            </a:lvl1pPr>
            <a:lvl2pPr>
              <a:defRPr sz="10275"/>
            </a:lvl2pPr>
            <a:lvl3pPr>
              <a:defRPr sz="8775"/>
            </a:lvl3pPr>
            <a:lvl4pPr>
              <a:defRPr sz="7350"/>
            </a:lvl4pPr>
            <a:lvl5pPr>
              <a:defRPr sz="7350"/>
            </a:lvl5pPr>
            <a:lvl6pPr>
              <a:defRPr sz="7350"/>
            </a:lvl6pPr>
            <a:lvl7pPr>
              <a:defRPr sz="7350"/>
            </a:lvl7pPr>
            <a:lvl8pPr>
              <a:defRPr sz="7350"/>
            </a:lvl8pPr>
            <a:lvl9pPr>
              <a:defRPr sz="7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5996" y="6888486"/>
            <a:ext cx="14449304" cy="22517102"/>
          </a:xfrm>
        </p:spPr>
        <p:txBody>
          <a:bodyPr/>
          <a:lstStyle>
            <a:lvl1pPr marL="0" indent="0">
              <a:buNone/>
              <a:defRPr sz="5100"/>
            </a:lvl1pPr>
            <a:lvl2pPr marL="1685022" indent="0">
              <a:buNone/>
              <a:defRPr sz="4575"/>
            </a:lvl2pPr>
            <a:lvl3pPr marL="3370044" indent="0">
              <a:buNone/>
              <a:defRPr sz="3675"/>
            </a:lvl3pPr>
            <a:lvl4pPr marL="5055066" indent="0">
              <a:buNone/>
              <a:defRPr sz="3300"/>
            </a:lvl4pPr>
            <a:lvl5pPr marL="6740089" indent="0">
              <a:buNone/>
              <a:defRPr sz="3300"/>
            </a:lvl5pPr>
            <a:lvl6pPr marL="8425109" indent="0">
              <a:buNone/>
              <a:defRPr sz="3300"/>
            </a:lvl6pPr>
            <a:lvl7pPr marL="10110131" indent="0">
              <a:buNone/>
              <a:defRPr sz="3300"/>
            </a:lvl7pPr>
            <a:lvl8pPr marL="11795153" indent="0">
              <a:buNone/>
              <a:defRPr sz="3300"/>
            </a:lvl8pPr>
            <a:lvl9pPr marL="13480175" indent="0">
              <a:buNone/>
              <a:defRPr sz="33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802F5C-0444-574A-9FC0-69AE721AB0AF}" type="datetime1">
              <a:rPr lang="en-US" altLang="en-US"/>
              <a:pPr>
                <a:defRPr/>
              </a:pPr>
              <a:t>3/12/26</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49A7C7-6FC5-FF4D-8164-CD5817D4982C}" type="slidenum">
              <a:rPr lang="en-US" altLang="en-US"/>
              <a:pPr>
                <a:defRPr/>
              </a:pPr>
              <a:t>‹#›</a:t>
            </a:fld>
            <a:endParaRPr lang="en-US" altLang="en-US"/>
          </a:p>
        </p:txBody>
      </p:sp>
    </p:spTree>
    <p:extLst>
      <p:ext uri="{BB962C8B-B14F-4D97-AF65-F5344CB8AC3E}">
        <p14:creationId xmlns:p14="http://schemas.microsoft.com/office/powerpoint/2010/main" val="368754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8585" y="23042882"/>
            <a:ext cx="26351865" cy="2720343"/>
          </a:xfrm>
        </p:spPr>
        <p:txBody>
          <a:bodyPr anchor="b"/>
          <a:lstStyle>
            <a:lvl1pPr algn="l">
              <a:defRPr sz="7350" b="1"/>
            </a:lvl1pPr>
          </a:lstStyle>
          <a:p>
            <a:r>
              <a:rPr lang="en-US"/>
              <a:t>Click to edit Master title style</a:t>
            </a:r>
          </a:p>
        </p:txBody>
      </p:sp>
      <p:sp>
        <p:nvSpPr>
          <p:cNvPr id="3" name="Picture Placeholder 2"/>
          <p:cNvSpPr>
            <a:spLocks noGrp="1"/>
          </p:cNvSpPr>
          <p:nvPr>
            <p:ph type="pic" idx="1"/>
          </p:nvPr>
        </p:nvSpPr>
        <p:spPr>
          <a:xfrm>
            <a:off x="8608585" y="2941319"/>
            <a:ext cx="26351865" cy="19751040"/>
          </a:xfrm>
        </p:spPr>
        <p:txBody>
          <a:bodyPr rtlCol="0">
            <a:normAutofit/>
          </a:bodyPr>
          <a:lstStyle>
            <a:lvl1pPr marL="0" indent="0">
              <a:buNone/>
              <a:defRPr sz="11925"/>
            </a:lvl1pPr>
            <a:lvl2pPr marL="1685022" indent="0">
              <a:buNone/>
              <a:defRPr sz="10275"/>
            </a:lvl2pPr>
            <a:lvl3pPr marL="3370044" indent="0">
              <a:buNone/>
              <a:defRPr sz="8775"/>
            </a:lvl3pPr>
            <a:lvl4pPr marL="5055066" indent="0">
              <a:buNone/>
              <a:defRPr sz="7350"/>
            </a:lvl4pPr>
            <a:lvl5pPr marL="6740089" indent="0">
              <a:buNone/>
              <a:defRPr sz="7350"/>
            </a:lvl5pPr>
            <a:lvl6pPr marL="8425109" indent="0">
              <a:buNone/>
              <a:defRPr sz="7350"/>
            </a:lvl6pPr>
            <a:lvl7pPr marL="10110131" indent="0">
              <a:buNone/>
              <a:defRPr sz="7350"/>
            </a:lvl7pPr>
            <a:lvl8pPr marL="11795153" indent="0">
              <a:buNone/>
              <a:defRPr sz="7350"/>
            </a:lvl8pPr>
            <a:lvl9pPr marL="13480175" indent="0">
              <a:buNone/>
              <a:defRPr sz="7350"/>
            </a:lvl9pPr>
          </a:lstStyle>
          <a:p>
            <a:pPr lvl="0"/>
            <a:r>
              <a:rPr lang="en-US" noProof="0"/>
              <a:t>Click icon to add picture</a:t>
            </a:r>
          </a:p>
        </p:txBody>
      </p:sp>
      <p:sp>
        <p:nvSpPr>
          <p:cNvPr id="4" name="Text Placeholder 3"/>
          <p:cNvSpPr>
            <a:spLocks noGrp="1"/>
          </p:cNvSpPr>
          <p:nvPr>
            <p:ph type="body" sz="half" idx="2"/>
          </p:nvPr>
        </p:nvSpPr>
        <p:spPr>
          <a:xfrm>
            <a:off x="8608585" y="25763221"/>
            <a:ext cx="26351865" cy="3863339"/>
          </a:xfrm>
        </p:spPr>
        <p:txBody>
          <a:bodyPr/>
          <a:lstStyle>
            <a:lvl1pPr marL="0" indent="0">
              <a:buNone/>
              <a:defRPr sz="5100"/>
            </a:lvl1pPr>
            <a:lvl2pPr marL="1685022" indent="0">
              <a:buNone/>
              <a:defRPr sz="4575"/>
            </a:lvl2pPr>
            <a:lvl3pPr marL="3370044" indent="0">
              <a:buNone/>
              <a:defRPr sz="3675"/>
            </a:lvl3pPr>
            <a:lvl4pPr marL="5055066" indent="0">
              <a:buNone/>
              <a:defRPr sz="3300"/>
            </a:lvl4pPr>
            <a:lvl5pPr marL="6740089" indent="0">
              <a:buNone/>
              <a:defRPr sz="3300"/>
            </a:lvl5pPr>
            <a:lvl6pPr marL="8425109" indent="0">
              <a:buNone/>
              <a:defRPr sz="3300"/>
            </a:lvl6pPr>
            <a:lvl7pPr marL="10110131" indent="0">
              <a:buNone/>
              <a:defRPr sz="3300"/>
            </a:lvl7pPr>
            <a:lvl8pPr marL="11795153" indent="0">
              <a:buNone/>
              <a:defRPr sz="3300"/>
            </a:lvl8pPr>
            <a:lvl9pPr marL="13480175" indent="0">
              <a:buNone/>
              <a:defRPr sz="33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97280C3-23DB-8046-B4C1-3AC87163CE9A}" type="datetime1">
              <a:rPr lang="en-US" altLang="en-US"/>
              <a:pPr>
                <a:defRPr/>
              </a:pPr>
              <a:t>3/12/26</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EB8AB59-000E-E247-9766-CDF666DD8083}" type="slidenum">
              <a:rPr lang="en-US" altLang="en-US"/>
              <a:pPr>
                <a:defRPr/>
              </a:pPr>
              <a:t>‹#›</a:t>
            </a:fld>
            <a:endParaRPr lang="en-US" altLang="en-US"/>
          </a:p>
        </p:txBody>
      </p:sp>
    </p:spTree>
    <p:extLst>
      <p:ext uri="{BB962C8B-B14F-4D97-AF65-F5344CB8AC3E}">
        <p14:creationId xmlns:p14="http://schemas.microsoft.com/office/powerpoint/2010/main" val="11529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E38AB62-7054-FF4D-96FF-55DE906F3C99}" type="datetime1">
              <a:rPr lang="en-US" altLang="en-US"/>
              <a:pPr>
                <a:defRPr/>
              </a:pPr>
              <a:t>3/12/26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070FDF0-BBFA-8C47-B8D9-1E0014EC83ED}" type="slidenum">
              <a:rPr lang="en-US" altLang="en-US"/>
              <a:pPr>
                <a:defRPr/>
              </a:pPr>
              <a:t>‹#›</a:t>
            </a:fld>
            <a:endParaRPr lang="en-US" altLang="en-US"/>
          </a:p>
        </p:txBody>
      </p:sp>
    </p:spTree>
    <p:extLst>
      <p:ext uri="{BB962C8B-B14F-4D97-AF65-F5344CB8AC3E}">
        <p14:creationId xmlns:p14="http://schemas.microsoft.com/office/powerpoint/2010/main" val="509753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41841" y="1318268"/>
            <a:ext cx="9881949"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5989" y="1318268"/>
            <a:ext cx="28913852"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C417D1F-96D2-A947-B857-5DE466F3B95B}" type="datetime1">
              <a:rPr lang="en-US" altLang="en-US"/>
              <a:pPr>
                <a:defRPr/>
              </a:pPr>
              <a:t>3/12/26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D80D120-A470-7B41-9E91-834CB7AECB3B}" type="slidenum">
              <a:rPr lang="en-US" altLang="en-US"/>
              <a:pPr>
                <a:defRPr/>
              </a:pPr>
              <a:t>‹#›</a:t>
            </a:fld>
            <a:endParaRPr lang="en-US" altLang="en-US"/>
          </a:p>
        </p:txBody>
      </p:sp>
    </p:spTree>
    <p:extLst>
      <p:ext uri="{BB962C8B-B14F-4D97-AF65-F5344CB8AC3E}">
        <p14:creationId xmlns:p14="http://schemas.microsoft.com/office/powerpoint/2010/main" val="1109344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196413" y="1318022"/>
            <a:ext cx="39529068"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49347" tIns="224674" rIns="449347" bIns="224674"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2196413" y="7680723"/>
            <a:ext cx="39529068" cy="217241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449347" tIns="224674" rIns="449347" bIns="22467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2196413" y="30509766"/>
            <a:ext cx="10249218" cy="1752600"/>
          </a:xfrm>
          <a:prstGeom prst="rect">
            <a:avLst/>
          </a:prstGeom>
        </p:spPr>
        <p:txBody>
          <a:bodyPr vert="horz" wrap="square" lIns="449347" tIns="224674" rIns="449347" bIns="224674" numCol="1" anchor="ctr" anchorCtr="0" compatLnSpc="1">
            <a:prstTxWarp prst="textNoShape">
              <a:avLst/>
            </a:prstTxWarp>
          </a:bodyPr>
          <a:lstStyle>
            <a:lvl1pPr eaLnBrk="1" hangingPunct="1">
              <a:defRPr sz="4575" smtClean="0">
                <a:solidFill>
                  <a:srgbClr val="898989"/>
                </a:solidFill>
                <a:latin typeface="Calibri" charset="0"/>
              </a:defRPr>
            </a:lvl1pPr>
          </a:lstStyle>
          <a:p>
            <a:pPr>
              <a:defRPr/>
            </a:pPr>
            <a:fld id="{BB46ABCB-E7EF-9F4A-9CDB-083FF15D0814}" type="datetime1">
              <a:rPr lang="en-US" altLang="en-US"/>
              <a:pPr>
                <a:defRPr/>
              </a:pPr>
              <a:t>3/12/26</a:t>
            </a:fld>
            <a:endParaRPr lang="en-US" altLang="en-US"/>
          </a:p>
        </p:txBody>
      </p:sp>
      <p:sp>
        <p:nvSpPr>
          <p:cNvPr id="5" name="Footer Placeholder 4"/>
          <p:cNvSpPr>
            <a:spLocks noGrp="1"/>
          </p:cNvSpPr>
          <p:nvPr>
            <p:ph type="ftr" sz="quarter" idx="3"/>
          </p:nvPr>
        </p:nvSpPr>
        <p:spPr>
          <a:xfrm>
            <a:off x="15006347" y="30509766"/>
            <a:ext cx="13909199" cy="1752600"/>
          </a:xfrm>
          <a:prstGeom prst="rect">
            <a:avLst/>
          </a:prstGeom>
        </p:spPr>
        <p:txBody>
          <a:bodyPr vert="horz" wrap="square" lIns="449347" tIns="224674" rIns="449347" bIns="224674" numCol="1" anchor="ctr" anchorCtr="0" compatLnSpc="1">
            <a:prstTxWarp prst="textNoShape">
              <a:avLst/>
            </a:prstTxWarp>
          </a:bodyPr>
          <a:lstStyle>
            <a:lvl1pPr algn="ctr" eaLnBrk="1" hangingPunct="1">
              <a:defRPr sz="4575">
                <a:solidFill>
                  <a:srgbClr val="898989"/>
                </a:solidFill>
                <a:latin typeface="Calibri" charset="0"/>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4"/>
          </p:nvPr>
        </p:nvSpPr>
        <p:spPr>
          <a:xfrm>
            <a:off x="31476263" y="30509766"/>
            <a:ext cx="10249218" cy="1752600"/>
          </a:xfrm>
          <a:prstGeom prst="rect">
            <a:avLst/>
          </a:prstGeom>
        </p:spPr>
        <p:txBody>
          <a:bodyPr vert="horz" wrap="square" lIns="449347" tIns="224674" rIns="449347" bIns="224674" numCol="1" anchor="ctr" anchorCtr="0" compatLnSpc="1">
            <a:prstTxWarp prst="textNoShape">
              <a:avLst/>
            </a:prstTxWarp>
          </a:bodyPr>
          <a:lstStyle>
            <a:lvl1pPr algn="r" eaLnBrk="1" hangingPunct="1">
              <a:defRPr sz="4575" smtClean="0">
                <a:solidFill>
                  <a:srgbClr val="898989"/>
                </a:solidFill>
                <a:latin typeface="Calibri" charset="0"/>
              </a:defRPr>
            </a:lvl1pPr>
          </a:lstStyle>
          <a:p>
            <a:pPr>
              <a:defRPr/>
            </a:pPr>
            <a:fld id="{CE5B7416-97A4-8E4A-979D-ED03347604B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683515" rtl="0" eaLnBrk="0" fontAlgn="base" hangingPunct="0">
        <a:spcBef>
          <a:spcPct val="0"/>
        </a:spcBef>
        <a:spcAft>
          <a:spcPct val="0"/>
        </a:spcAft>
        <a:defRPr sz="16200" kern="1200">
          <a:solidFill>
            <a:schemeClr val="tx1"/>
          </a:solidFill>
          <a:latin typeface="+mj-lt"/>
          <a:ea typeface="ＭＳ Ｐゴシック" charset="-128"/>
          <a:cs typeface="ＭＳ Ｐゴシック" charset="-128"/>
        </a:defRPr>
      </a:lvl1pPr>
      <a:lvl2pPr algn="ctr" defTabSz="1683515" rtl="0" eaLnBrk="0" fontAlgn="base" hangingPunct="0">
        <a:spcBef>
          <a:spcPct val="0"/>
        </a:spcBef>
        <a:spcAft>
          <a:spcPct val="0"/>
        </a:spcAft>
        <a:defRPr sz="16200">
          <a:solidFill>
            <a:schemeClr val="tx1"/>
          </a:solidFill>
          <a:latin typeface="Calibri" charset="0"/>
          <a:ea typeface="ＭＳ Ｐゴシック" charset="-128"/>
          <a:cs typeface="ＭＳ Ｐゴシック" charset="-128"/>
        </a:defRPr>
      </a:lvl2pPr>
      <a:lvl3pPr algn="ctr" defTabSz="1683515" rtl="0" eaLnBrk="0" fontAlgn="base" hangingPunct="0">
        <a:spcBef>
          <a:spcPct val="0"/>
        </a:spcBef>
        <a:spcAft>
          <a:spcPct val="0"/>
        </a:spcAft>
        <a:defRPr sz="16200">
          <a:solidFill>
            <a:schemeClr val="tx1"/>
          </a:solidFill>
          <a:latin typeface="Calibri" charset="0"/>
          <a:ea typeface="ＭＳ Ｐゴシック" charset="-128"/>
          <a:cs typeface="ＭＳ Ｐゴシック" charset="-128"/>
        </a:defRPr>
      </a:lvl3pPr>
      <a:lvl4pPr algn="ctr" defTabSz="1683515" rtl="0" eaLnBrk="0" fontAlgn="base" hangingPunct="0">
        <a:spcBef>
          <a:spcPct val="0"/>
        </a:spcBef>
        <a:spcAft>
          <a:spcPct val="0"/>
        </a:spcAft>
        <a:defRPr sz="16200">
          <a:solidFill>
            <a:schemeClr val="tx1"/>
          </a:solidFill>
          <a:latin typeface="Calibri" charset="0"/>
          <a:ea typeface="ＭＳ Ｐゴシック" charset="-128"/>
          <a:cs typeface="ＭＳ Ｐゴシック" charset="-128"/>
        </a:defRPr>
      </a:lvl4pPr>
      <a:lvl5pPr algn="ctr" defTabSz="1683515" rtl="0" eaLnBrk="0" fontAlgn="base" hangingPunct="0">
        <a:spcBef>
          <a:spcPct val="0"/>
        </a:spcBef>
        <a:spcAft>
          <a:spcPct val="0"/>
        </a:spcAft>
        <a:defRPr sz="16200">
          <a:solidFill>
            <a:schemeClr val="tx1"/>
          </a:solidFill>
          <a:latin typeface="Calibri" charset="0"/>
          <a:ea typeface="ＭＳ Ｐゴシック" charset="-128"/>
          <a:cs typeface="ＭＳ Ｐゴシック" charset="-128"/>
        </a:defRPr>
      </a:lvl5pPr>
      <a:lvl6pPr marL="1685022" algn="ctr" defTabSz="1685022" rtl="0" eaLnBrk="1" fontAlgn="base" hangingPunct="1">
        <a:spcBef>
          <a:spcPct val="0"/>
        </a:spcBef>
        <a:spcAft>
          <a:spcPct val="0"/>
        </a:spcAft>
        <a:defRPr sz="16200">
          <a:solidFill>
            <a:schemeClr val="tx1"/>
          </a:solidFill>
          <a:latin typeface="Calibri" charset="0"/>
          <a:ea typeface="ＭＳ Ｐゴシック" charset="-128"/>
          <a:cs typeface="ＭＳ Ｐゴシック" charset="-128"/>
        </a:defRPr>
      </a:lvl6pPr>
      <a:lvl7pPr marL="3370044" algn="ctr" defTabSz="1685022" rtl="0" eaLnBrk="1" fontAlgn="base" hangingPunct="1">
        <a:spcBef>
          <a:spcPct val="0"/>
        </a:spcBef>
        <a:spcAft>
          <a:spcPct val="0"/>
        </a:spcAft>
        <a:defRPr sz="16200">
          <a:solidFill>
            <a:schemeClr val="tx1"/>
          </a:solidFill>
          <a:latin typeface="Calibri" charset="0"/>
          <a:ea typeface="ＭＳ Ｐゴシック" charset="-128"/>
          <a:cs typeface="ＭＳ Ｐゴシック" charset="-128"/>
        </a:defRPr>
      </a:lvl7pPr>
      <a:lvl8pPr marL="5055066" algn="ctr" defTabSz="1685022" rtl="0" eaLnBrk="1" fontAlgn="base" hangingPunct="1">
        <a:spcBef>
          <a:spcPct val="0"/>
        </a:spcBef>
        <a:spcAft>
          <a:spcPct val="0"/>
        </a:spcAft>
        <a:defRPr sz="16200">
          <a:solidFill>
            <a:schemeClr val="tx1"/>
          </a:solidFill>
          <a:latin typeface="Calibri" charset="0"/>
          <a:ea typeface="ＭＳ Ｐゴシック" charset="-128"/>
          <a:cs typeface="ＭＳ Ｐゴシック" charset="-128"/>
        </a:defRPr>
      </a:lvl8pPr>
      <a:lvl9pPr marL="6740089" algn="ctr" defTabSz="1685022" rtl="0" eaLnBrk="1" fontAlgn="base" hangingPunct="1">
        <a:spcBef>
          <a:spcPct val="0"/>
        </a:spcBef>
        <a:spcAft>
          <a:spcPct val="0"/>
        </a:spcAft>
        <a:defRPr sz="16200">
          <a:solidFill>
            <a:schemeClr val="tx1"/>
          </a:solidFill>
          <a:latin typeface="Calibri" charset="0"/>
          <a:ea typeface="ＭＳ Ｐゴシック" charset="-128"/>
          <a:cs typeface="ＭＳ Ｐゴシック" charset="-128"/>
        </a:defRPr>
      </a:lvl9pPr>
    </p:titleStyle>
    <p:bodyStyle>
      <a:lvl1pPr marL="1262041" indent="-1262041" algn="l" defTabSz="1683515" rtl="0" eaLnBrk="0" fontAlgn="base" hangingPunct="0">
        <a:spcBef>
          <a:spcPct val="20000"/>
        </a:spcBef>
        <a:spcAft>
          <a:spcPct val="0"/>
        </a:spcAft>
        <a:buFont typeface="Arial" charset="0"/>
        <a:buChar char="•"/>
        <a:defRPr sz="11925" kern="1200">
          <a:solidFill>
            <a:schemeClr val="tx1"/>
          </a:solidFill>
          <a:latin typeface="+mn-lt"/>
          <a:ea typeface="ＭＳ Ｐゴシック" charset="-128"/>
          <a:cs typeface="ＭＳ Ｐゴシック" charset="-128"/>
        </a:defRPr>
      </a:lvl1pPr>
      <a:lvl2pPr marL="2737200" indent="-1052495" algn="l" defTabSz="1683515" rtl="0" eaLnBrk="0" fontAlgn="base" hangingPunct="0">
        <a:spcBef>
          <a:spcPct val="20000"/>
        </a:spcBef>
        <a:spcAft>
          <a:spcPct val="0"/>
        </a:spcAft>
        <a:buFont typeface="Arial" charset="0"/>
        <a:buChar char="–"/>
        <a:defRPr sz="10275" kern="1200">
          <a:solidFill>
            <a:schemeClr val="tx1"/>
          </a:solidFill>
          <a:latin typeface="+mn-lt"/>
          <a:ea typeface="ＭＳ Ｐゴシック" charset="-128"/>
          <a:cs typeface="+mn-cs"/>
        </a:defRPr>
      </a:lvl2pPr>
      <a:lvl3pPr marL="4212359" indent="-841758" algn="l" defTabSz="1683515" rtl="0" eaLnBrk="0" fontAlgn="base" hangingPunct="0">
        <a:spcBef>
          <a:spcPct val="20000"/>
        </a:spcBef>
        <a:spcAft>
          <a:spcPct val="0"/>
        </a:spcAft>
        <a:buFont typeface="Arial" charset="0"/>
        <a:buChar char="•"/>
        <a:defRPr sz="8775" kern="1200">
          <a:solidFill>
            <a:schemeClr val="tx1"/>
          </a:solidFill>
          <a:latin typeface="+mn-lt"/>
          <a:ea typeface="ＭＳ Ｐゴシック" charset="-128"/>
          <a:cs typeface="+mn-cs"/>
        </a:defRPr>
      </a:lvl3pPr>
      <a:lvl4pPr marL="5897065" indent="-841758" algn="l" defTabSz="1683515" rtl="0" eaLnBrk="0" fontAlgn="base" hangingPunct="0">
        <a:spcBef>
          <a:spcPct val="20000"/>
        </a:spcBef>
        <a:spcAft>
          <a:spcPct val="0"/>
        </a:spcAft>
        <a:buFont typeface="Arial" charset="0"/>
        <a:buChar char="–"/>
        <a:defRPr sz="7350" kern="1200">
          <a:solidFill>
            <a:schemeClr val="tx1"/>
          </a:solidFill>
          <a:latin typeface="+mn-lt"/>
          <a:ea typeface="ＭＳ Ｐゴシック" charset="-128"/>
          <a:cs typeface="+mn-cs"/>
        </a:defRPr>
      </a:lvl4pPr>
      <a:lvl5pPr marL="7580580" indent="-841758" algn="l" defTabSz="1683515" rtl="0" eaLnBrk="0" fontAlgn="base" hangingPunct="0">
        <a:spcBef>
          <a:spcPct val="20000"/>
        </a:spcBef>
        <a:spcAft>
          <a:spcPct val="0"/>
        </a:spcAft>
        <a:buFont typeface="Arial" charset="0"/>
        <a:buChar char="»"/>
        <a:defRPr sz="7350" kern="1200">
          <a:solidFill>
            <a:schemeClr val="tx1"/>
          </a:solidFill>
          <a:latin typeface="+mn-lt"/>
          <a:ea typeface="ＭＳ Ｐゴシック" charset="-128"/>
          <a:cs typeface="+mn-cs"/>
        </a:defRPr>
      </a:lvl5pPr>
      <a:lvl6pPr marL="9267620" indent="-842511" algn="l" defTabSz="1685022" rtl="0" eaLnBrk="1" latinLnBrk="0" hangingPunct="1">
        <a:spcBef>
          <a:spcPct val="20000"/>
        </a:spcBef>
        <a:buFont typeface="Arial"/>
        <a:buChar char="•"/>
        <a:defRPr sz="7350" kern="1200">
          <a:solidFill>
            <a:schemeClr val="tx1"/>
          </a:solidFill>
          <a:latin typeface="+mn-lt"/>
          <a:ea typeface="+mn-ea"/>
          <a:cs typeface="+mn-cs"/>
        </a:defRPr>
      </a:lvl6pPr>
      <a:lvl7pPr marL="10952642" indent="-842511" algn="l" defTabSz="1685022" rtl="0" eaLnBrk="1" latinLnBrk="0" hangingPunct="1">
        <a:spcBef>
          <a:spcPct val="20000"/>
        </a:spcBef>
        <a:buFont typeface="Arial"/>
        <a:buChar char="•"/>
        <a:defRPr sz="7350" kern="1200">
          <a:solidFill>
            <a:schemeClr val="tx1"/>
          </a:solidFill>
          <a:latin typeface="+mn-lt"/>
          <a:ea typeface="+mn-ea"/>
          <a:cs typeface="+mn-cs"/>
        </a:defRPr>
      </a:lvl7pPr>
      <a:lvl8pPr marL="12637664" indent="-842511" algn="l" defTabSz="1685022" rtl="0" eaLnBrk="1" latinLnBrk="0" hangingPunct="1">
        <a:spcBef>
          <a:spcPct val="20000"/>
        </a:spcBef>
        <a:buFont typeface="Arial"/>
        <a:buChar char="•"/>
        <a:defRPr sz="7350" kern="1200">
          <a:solidFill>
            <a:schemeClr val="tx1"/>
          </a:solidFill>
          <a:latin typeface="+mn-lt"/>
          <a:ea typeface="+mn-ea"/>
          <a:cs typeface="+mn-cs"/>
        </a:defRPr>
      </a:lvl8pPr>
      <a:lvl9pPr marL="14322686" indent="-842511" algn="l" defTabSz="1685022" rtl="0" eaLnBrk="1" latinLnBrk="0" hangingPunct="1">
        <a:spcBef>
          <a:spcPct val="20000"/>
        </a:spcBef>
        <a:buFont typeface="Arial"/>
        <a:buChar char="•"/>
        <a:defRPr sz="7350" kern="1200">
          <a:solidFill>
            <a:schemeClr val="tx1"/>
          </a:solidFill>
          <a:latin typeface="+mn-lt"/>
          <a:ea typeface="+mn-ea"/>
          <a:cs typeface="+mn-cs"/>
        </a:defRPr>
      </a:lvl9pPr>
    </p:bodyStyle>
    <p:otherStyle>
      <a:defPPr>
        <a:defRPr lang="en-US"/>
      </a:defPPr>
      <a:lvl1pPr marL="0" algn="l" defTabSz="1685022" rtl="0" eaLnBrk="1" latinLnBrk="0" hangingPunct="1">
        <a:defRPr sz="6600" kern="1200">
          <a:solidFill>
            <a:schemeClr val="tx1"/>
          </a:solidFill>
          <a:latin typeface="+mn-lt"/>
          <a:ea typeface="+mn-ea"/>
          <a:cs typeface="+mn-cs"/>
        </a:defRPr>
      </a:lvl1pPr>
      <a:lvl2pPr marL="1685022" algn="l" defTabSz="1685022" rtl="0" eaLnBrk="1" latinLnBrk="0" hangingPunct="1">
        <a:defRPr sz="6600" kern="1200">
          <a:solidFill>
            <a:schemeClr val="tx1"/>
          </a:solidFill>
          <a:latin typeface="+mn-lt"/>
          <a:ea typeface="+mn-ea"/>
          <a:cs typeface="+mn-cs"/>
        </a:defRPr>
      </a:lvl2pPr>
      <a:lvl3pPr marL="3370044" algn="l" defTabSz="1685022" rtl="0" eaLnBrk="1" latinLnBrk="0" hangingPunct="1">
        <a:defRPr sz="6600" kern="1200">
          <a:solidFill>
            <a:schemeClr val="tx1"/>
          </a:solidFill>
          <a:latin typeface="+mn-lt"/>
          <a:ea typeface="+mn-ea"/>
          <a:cs typeface="+mn-cs"/>
        </a:defRPr>
      </a:lvl3pPr>
      <a:lvl4pPr marL="5055066" algn="l" defTabSz="1685022" rtl="0" eaLnBrk="1" latinLnBrk="0" hangingPunct="1">
        <a:defRPr sz="6600" kern="1200">
          <a:solidFill>
            <a:schemeClr val="tx1"/>
          </a:solidFill>
          <a:latin typeface="+mn-lt"/>
          <a:ea typeface="+mn-ea"/>
          <a:cs typeface="+mn-cs"/>
        </a:defRPr>
      </a:lvl4pPr>
      <a:lvl5pPr marL="6740089" algn="l" defTabSz="1685022" rtl="0" eaLnBrk="1" latinLnBrk="0" hangingPunct="1">
        <a:defRPr sz="6600" kern="1200">
          <a:solidFill>
            <a:schemeClr val="tx1"/>
          </a:solidFill>
          <a:latin typeface="+mn-lt"/>
          <a:ea typeface="+mn-ea"/>
          <a:cs typeface="+mn-cs"/>
        </a:defRPr>
      </a:lvl5pPr>
      <a:lvl6pPr marL="8425109" algn="l" defTabSz="1685022" rtl="0" eaLnBrk="1" latinLnBrk="0" hangingPunct="1">
        <a:defRPr sz="6600" kern="1200">
          <a:solidFill>
            <a:schemeClr val="tx1"/>
          </a:solidFill>
          <a:latin typeface="+mn-lt"/>
          <a:ea typeface="+mn-ea"/>
          <a:cs typeface="+mn-cs"/>
        </a:defRPr>
      </a:lvl6pPr>
      <a:lvl7pPr marL="10110131" algn="l" defTabSz="1685022" rtl="0" eaLnBrk="1" latinLnBrk="0" hangingPunct="1">
        <a:defRPr sz="6600" kern="1200">
          <a:solidFill>
            <a:schemeClr val="tx1"/>
          </a:solidFill>
          <a:latin typeface="+mn-lt"/>
          <a:ea typeface="+mn-ea"/>
          <a:cs typeface="+mn-cs"/>
        </a:defRPr>
      </a:lvl7pPr>
      <a:lvl8pPr marL="11795153" algn="l" defTabSz="1685022" rtl="0" eaLnBrk="1" latinLnBrk="0" hangingPunct="1">
        <a:defRPr sz="6600" kern="1200">
          <a:solidFill>
            <a:schemeClr val="tx1"/>
          </a:solidFill>
          <a:latin typeface="+mn-lt"/>
          <a:ea typeface="+mn-ea"/>
          <a:cs typeface="+mn-cs"/>
        </a:defRPr>
      </a:lvl8pPr>
      <a:lvl9pPr marL="13480175" algn="l" defTabSz="1685022" rtl="0" eaLnBrk="1" latinLnBrk="0" hangingPunct="1">
        <a:defRPr sz="6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44"/>
          <p:cNvCxnSpPr>
            <a:cxnSpLocks noChangeShapeType="1"/>
          </p:cNvCxnSpPr>
          <p:nvPr/>
        </p:nvCxnSpPr>
        <p:spPr bwMode="auto">
          <a:xfrm>
            <a:off x="28297001" y="4443481"/>
            <a:ext cx="15221700" cy="86211"/>
          </a:xfrm>
          <a:prstGeom prst="line">
            <a:avLst/>
          </a:prstGeom>
          <a:noFill/>
          <a:ln w="168275">
            <a:solidFill>
              <a:schemeClr val="accent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xmlns="">
                <a:noFill/>
              </a14:hiddenFill>
            </a:ext>
          </a:extLst>
        </p:spPr>
      </p:cxnSp>
      <p:cxnSp>
        <p:nvCxnSpPr>
          <p:cNvPr id="50" name="Straight Connector 49"/>
          <p:cNvCxnSpPr>
            <a:cxnSpLocks noChangeShapeType="1"/>
          </p:cNvCxnSpPr>
          <p:nvPr/>
        </p:nvCxnSpPr>
        <p:spPr bwMode="auto">
          <a:xfrm>
            <a:off x="224818" y="4410371"/>
            <a:ext cx="28064085" cy="29779"/>
          </a:xfrm>
          <a:prstGeom prst="line">
            <a:avLst/>
          </a:prstGeom>
          <a:noFill/>
          <a:ln w="168275">
            <a:solidFill>
              <a:schemeClr val="accent1"/>
            </a:solidFill>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xmlns="">
                <a:noFill/>
              </a14:hiddenFill>
            </a:ext>
          </a:extLst>
        </p:spPr>
      </p:cxnSp>
      <p:grpSp>
        <p:nvGrpSpPr>
          <p:cNvPr id="15371" name="Group 113"/>
          <p:cNvGrpSpPr>
            <a:grpSpLocks/>
          </p:cNvGrpSpPr>
          <p:nvPr/>
        </p:nvGrpSpPr>
        <p:grpSpPr bwMode="auto">
          <a:xfrm>
            <a:off x="453087" y="17387169"/>
            <a:ext cx="7430690" cy="12897830"/>
            <a:chOff x="697419" y="21319453"/>
            <a:chExt cx="15365750" cy="16986121"/>
          </a:xfrm>
        </p:grpSpPr>
        <p:sp>
          <p:nvSpPr>
            <p:cNvPr id="15387" name="Text Box 12"/>
            <p:cNvSpPr txBox="1">
              <a:spLocks noChangeArrowheads="1"/>
            </p:cNvSpPr>
            <p:nvPr/>
          </p:nvSpPr>
          <p:spPr bwMode="auto">
            <a:xfrm>
              <a:off x="1789920" y="22270088"/>
              <a:ext cx="9278542" cy="8479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9050">
                  <a:solidFill>
                    <a:srgbClr val="000000"/>
                  </a:solidFill>
                  <a:miter lim="800000"/>
                  <a:headEnd/>
                  <a:tailEnd/>
                </a14:hiddenLine>
              </a:ext>
            </a:extLst>
          </p:spPr>
          <p:txBody>
            <a:bodyPr lIns="35087" tIns="0" rIns="35087" bIns="28071">
              <a:spAutoFit/>
            </a:bodyPr>
            <a:lstStyle>
              <a:lvl1pPr marL="695325" indent="-695325" defTabSz="4489450">
                <a:defRPr>
                  <a:solidFill>
                    <a:schemeClr val="tx1"/>
                  </a:solidFill>
                  <a:latin typeface="Arial" charset="0"/>
                  <a:ea typeface="ＭＳ Ｐゴシック" charset="-128"/>
                </a:defRPr>
              </a:lvl1pPr>
              <a:lvl2pPr marL="742950" indent="-285750" defTabSz="4489450">
                <a:defRPr>
                  <a:solidFill>
                    <a:schemeClr val="tx1"/>
                  </a:solidFill>
                  <a:latin typeface="Arial" charset="0"/>
                  <a:ea typeface="ＭＳ Ｐゴシック" charset="-128"/>
                </a:defRPr>
              </a:lvl2pPr>
              <a:lvl3pPr marL="1143000" indent="-228600" defTabSz="4489450">
                <a:defRPr>
                  <a:solidFill>
                    <a:schemeClr val="tx1"/>
                  </a:solidFill>
                  <a:latin typeface="Arial" charset="0"/>
                  <a:ea typeface="ＭＳ Ｐゴシック" charset="-128"/>
                </a:defRPr>
              </a:lvl3pPr>
              <a:lvl4pPr marL="1600200" indent="-228600" defTabSz="4489450">
                <a:defRPr>
                  <a:solidFill>
                    <a:schemeClr val="tx1"/>
                  </a:solidFill>
                  <a:latin typeface="Arial" charset="0"/>
                  <a:ea typeface="ＭＳ Ｐゴシック" charset="-128"/>
                </a:defRPr>
              </a:lvl4pPr>
              <a:lvl5pPr marL="2057400" indent="-228600" defTabSz="4489450">
                <a:defRPr>
                  <a:solidFill>
                    <a:schemeClr val="tx1"/>
                  </a:solidFill>
                  <a:latin typeface="Arial" charset="0"/>
                  <a:ea typeface="ＭＳ Ｐゴシック" charset="-128"/>
                </a:defRPr>
              </a:lvl5pPr>
              <a:lvl6pPr marL="2514600" indent="-228600" defTabSz="4489450" eaLnBrk="0" fontAlgn="base" hangingPunct="0">
                <a:spcBef>
                  <a:spcPct val="0"/>
                </a:spcBef>
                <a:spcAft>
                  <a:spcPct val="0"/>
                </a:spcAft>
                <a:defRPr>
                  <a:solidFill>
                    <a:schemeClr val="tx1"/>
                  </a:solidFill>
                  <a:latin typeface="Arial" charset="0"/>
                  <a:ea typeface="ＭＳ Ｐゴシック" charset="-128"/>
                </a:defRPr>
              </a:lvl6pPr>
              <a:lvl7pPr marL="2971800" indent="-228600" defTabSz="4489450" eaLnBrk="0" fontAlgn="base" hangingPunct="0">
                <a:spcBef>
                  <a:spcPct val="0"/>
                </a:spcBef>
                <a:spcAft>
                  <a:spcPct val="0"/>
                </a:spcAft>
                <a:defRPr>
                  <a:solidFill>
                    <a:schemeClr val="tx1"/>
                  </a:solidFill>
                  <a:latin typeface="Arial" charset="0"/>
                  <a:ea typeface="ＭＳ Ｐゴシック" charset="-128"/>
                </a:defRPr>
              </a:lvl7pPr>
              <a:lvl8pPr marL="3429000" indent="-228600" defTabSz="4489450" eaLnBrk="0" fontAlgn="base" hangingPunct="0">
                <a:spcBef>
                  <a:spcPct val="0"/>
                </a:spcBef>
                <a:spcAft>
                  <a:spcPct val="0"/>
                </a:spcAft>
                <a:defRPr>
                  <a:solidFill>
                    <a:schemeClr val="tx1"/>
                  </a:solidFill>
                  <a:latin typeface="Arial" charset="0"/>
                  <a:ea typeface="ＭＳ Ｐゴシック" charset="-128"/>
                </a:defRPr>
              </a:lvl8pPr>
              <a:lvl9pPr marL="3886200" indent="-228600" defTabSz="4489450" eaLnBrk="0" fontAlgn="base" hangingPunct="0">
                <a:spcBef>
                  <a:spcPct val="0"/>
                </a:spcBef>
                <a:spcAft>
                  <a:spcPct val="0"/>
                </a:spcAft>
                <a:defRPr>
                  <a:solidFill>
                    <a:schemeClr val="tx1"/>
                  </a:solidFill>
                  <a:latin typeface="Arial" charset="0"/>
                  <a:ea typeface="ＭＳ Ｐゴシック" charset="-128"/>
                </a:defRPr>
              </a:lvl9pPr>
            </a:lstStyle>
            <a:p>
              <a:pPr eaLnBrk="1" hangingPunct="1">
                <a:lnSpc>
                  <a:spcPct val="80000"/>
                </a:lnSpc>
              </a:pPr>
              <a:endParaRPr lang="en-US" altLang="en-US" sz="5000" b="1" dirty="0">
                <a:solidFill>
                  <a:srgbClr val="005596"/>
                </a:solidFill>
              </a:endParaRPr>
            </a:p>
          </p:txBody>
        </p:sp>
        <p:sp>
          <p:nvSpPr>
            <p:cNvPr id="15388" name="Rectangle 16"/>
            <p:cNvSpPr>
              <a:spLocks noChangeArrowheads="1"/>
            </p:cNvSpPr>
            <p:nvPr/>
          </p:nvSpPr>
          <p:spPr bwMode="auto">
            <a:xfrm>
              <a:off x="697419" y="21319453"/>
              <a:ext cx="15365750" cy="169861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240601" tIns="0" rIns="240601" bIns="240601"/>
            <a:lstStyle>
              <a:lvl1pPr>
                <a:tabLst>
                  <a:tab pos="1790700" algn="l"/>
                </a:tabLst>
                <a:defRPr>
                  <a:solidFill>
                    <a:schemeClr val="tx1"/>
                  </a:solidFill>
                  <a:latin typeface="Arial" charset="0"/>
                  <a:ea typeface="ＭＳ Ｐゴシック" charset="-128"/>
                </a:defRPr>
              </a:lvl1pPr>
              <a:lvl2pPr marL="742950" indent="-285750">
                <a:tabLst>
                  <a:tab pos="1790700" algn="l"/>
                </a:tabLst>
                <a:defRPr>
                  <a:solidFill>
                    <a:schemeClr val="tx1"/>
                  </a:solidFill>
                  <a:latin typeface="Arial" charset="0"/>
                  <a:ea typeface="ＭＳ Ｐゴシック" charset="-128"/>
                </a:defRPr>
              </a:lvl2pPr>
              <a:lvl3pPr marL="1143000" indent="-228600">
                <a:tabLst>
                  <a:tab pos="1790700" algn="l"/>
                </a:tabLst>
                <a:defRPr>
                  <a:solidFill>
                    <a:schemeClr val="tx1"/>
                  </a:solidFill>
                  <a:latin typeface="Arial" charset="0"/>
                  <a:ea typeface="ＭＳ Ｐゴシック" charset="-128"/>
                </a:defRPr>
              </a:lvl3pPr>
              <a:lvl4pPr marL="1600200" indent="-228600">
                <a:tabLst>
                  <a:tab pos="1790700" algn="l"/>
                </a:tabLst>
                <a:defRPr>
                  <a:solidFill>
                    <a:schemeClr val="tx1"/>
                  </a:solidFill>
                  <a:latin typeface="Arial" charset="0"/>
                  <a:ea typeface="ＭＳ Ｐゴシック" charset="-128"/>
                </a:defRPr>
              </a:lvl4pPr>
              <a:lvl5pPr marL="2057400" indent="-228600">
                <a:tabLst>
                  <a:tab pos="1790700" algn="l"/>
                </a:tabLst>
                <a:defRPr>
                  <a:solidFill>
                    <a:schemeClr val="tx1"/>
                  </a:solidFill>
                  <a:latin typeface="Arial" charset="0"/>
                  <a:ea typeface="ＭＳ Ｐゴシック" charset="-128"/>
                </a:defRPr>
              </a:lvl5pPr>
              <a:lvl6pPr marL="25146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6pPr>
              <a:lvl7pPr marL="29718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7pPr>
              <a:lvl8pPr marL="34290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8pPr>
              <a:lvl9pPr marL="38862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9pPr>
            </a:lstStyle>
            <a:p>
              <a:pPr eaLnBrk="1" hangingPunct="1"/>
              <a:endParaRPr lang="en-US" altLang="en-US" sz="2625" baseline="-25000" dirty="0"/>
            </a:p>
          </p:txBody>
        </p:sp>
      </p:grpSp>
      <p:sp>
        <p:nvSpPr>
          <p:cNvPr id="2" name="TextBox 1"/>
          <p:cNvSpPr txBox="1"/>
          <p:nvPr/>
        </p:nvSpPr>
        <p:spPr>
          <a:xfrm>
            <a:off x="558613" y="481068"/>
            <a:ext cx="40589365" cy="1938992"/>
          </a:xfrm>
          <a:prstGeom prst="rect">
            <a:avLst/>
          </a:prstGeom>
          <a:noFill/>
        </p:spPr>
        <p:txBody>
          <a:bodyPr wrap="square">
            <a:spAutoFit/>
          </a:bodyPr>
          <a:lstStyle/>
          <a:p>
            <a:r>
              <a:rPr lang="en-US" sz="6000" b="1" dirty="0"/>
              <a:t>Robust High-Dimensional Variable Selection With Correlated Structure Using Group Testing</a:t>
            </a:r>
          </a:p>
          <a:p>
            <a:pPr algn="ctr">
              <a:defRPr/>
            </a:pPr>
            <a:endParaRPr lang="en-US" sz="6000" b="1" dirty="0">
              <a:solidFill>
                <a:srgbClr val="005596"/>
              </a:solidFill>
              <a:effectLst>
                <a:outerShdw blurRad="38100" dist="38100" dir="2700000" algn="tl">
                  <a:srgbClr val="DDDDDD"/>
                </a:outerShdw>
              </a:effectLst>
              <a:latin typeface="Arial" panose="020B0604020202020204" pitchFamily="34" charset="0"/>
              <a:ea typeface="Batang" charset="0"/>
              <a:cs typeface="Arial" panose="020B0604020202020204" pitchFamily="34" charset="0"/>
            </a:endParaRPr>
          </a:p>
        </p:txBody>
      </p:sp>
      <p:sp>
        <p:nvSpPr>
          <p:cNvPr id="35" name="Rectangle 16">
            <a:extLst>
              <a:ext uri="{FF2B5EF4-FFF2-40B4-BE49-F238E27FC236}">
                <a16:creationId xmlns:a16="http://schemas.microsoft.com/office/drawing/2014/main" id="{36ACFFE8-5FBA-2F46-B056-199217825CF2}"/>
              </a:ext>
            </a:extLst>
          </p:cNvPr>
          <p:cNvSpPr>
            <a:spLocks noChangeArrowheads="1"/>
          </p:cNvSpPr>
          <p:nvPr/>
        </p:nvSpPr>
        <p:spPr bwMode="auto">
          <a:xfrm>
            <a:off x="484839" y="4951225"/>
            <a:ext cx="10791804" cy="6622156"/>
          </a:xfrm>
          <a:prstGeom prst="rect">
            <a:avLst/>
          </a:prstGeom>
          <a:noFill/>
          <a:ln w="38100">
            <a:solidFill>
              <a:schemeClr val="tx1"/>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240601" tIns="0" rIns="240601" bIns="240601"/>
          <a:lstStyle>
            <a:lvl1pPr marL="571500" indent="-571500">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defTabSz="2244725" eaLnBrk="0" fontAlgn="base" hangingPunct="0">
              <a:spcBef>
                <a:spcPct val="0"/>
              </a:spcBef>
              <a:spcAft>
                <a:spcPct val="0"/>
              </a:spcAft>
              <a:defRPr>
                <a:solidFill>
                  <a:schemeClr val="tx1"/>
                </a:solidFill>
                <a:latin typeface="Arial" charset="0"/>
                <a:ea typeface="ＭＳ Ｐゴシック" charset="-128"/>
              </a:defRPr>
            </a:lvl6pPr>
            <a:lvl7pPr marL="2971800" indent="-228600" defTabSz="2244725" eaLnBrk="0" fontAlgn="base" hangingPunct="0">
              <a:spcBef>
                <a:spcPct val="0"/>
              </a:spcBef>
              <a:spcAft>
                <a:spcPct val="0"/>
              </a:spcAft>
              <a:defRPr>
                <a:solidFill>
                  <a:schemeClr val="tx1"/>
                </a:solidFill>
                <a:latin typeface="Arial" charset="0"/>
                <a:ea typeface="ＭＳ Ｐゴシック" charset="-128"/>
              </a:defRPr>
            </a:lvl7pPr>
            <a:lvl8pPr marL="3429000" indent="-228600" defTabSz="2244725" eaLnBrk="0" fontAlgn="base" hangingPunct="0">
              <a:spcBef>
                <a:spcPct val="0"/>
              </a:spcBef>
              <a:spcAft>
                <a:spcPct val="0"/>
              </a:spcAft>
              <a:defRPr>
                <a:solidFill>
                  <a:schemeClr val="tx1"/>
                </a:solidFill>
                <a:latin typeface="Arial" charset="0"/>
                <a:ea typeface="ＭＳ Ｐゴシック" charset="-128"/>
              </a:defRPr>
            </a:lvl8pPr>
            <a:lvl9pPr marL="3886200" indent="-228600" defTabSz="2244725" eaLnBrk="0" fontAlgn="base" hangingPunct="0">
              <a:spcBef>
                <a:spcPct val="0"/>
              </a:spcBef>
              <a:spcAft>
                <a:spcPct val="0"/>
              </a:spcAft>
              <a:defRPr>
                <a:solidFill>
                  <a:schemeClr val="tx1"/>
                </a:solidFill>
                <a:latin typeface="Arial" charset="0"/>
                <a:ea typeface="ＭＳ Ｐゴシック" charset="-128"/>
              </a:defRPr>
            </a:lvl9pPr>
          </a:lstStyle>
          <a:p>
            <a:r>
              <a:rPr lang="en-US" sz="4000" b="1" dirty="0">
                <a:solidFill>
                  <a:sysClr val="windowText" lastClr="000000"/>
                </a:solidFill>
              </a:rPr>
              <a:t>BACKGROUND &amp; MOTIVATION </a:t>
            </a:r>
            <a:endParaRPr lang="en-US" sz="4000" dirty="0">
              <a:solidFill>
                <a:sysClr val="windowText" lastClr="000000"/>
              </a:solidFill>
            </a:endParaRPr>
          </a:p>
          <a:p>
            <a:r>
              <a:rPr lang="en-US" sz="3500" dirty="0">
                <a:solidFill>
                  <a:sysClr val="windowText" lastClr="000000"/>
                </a:solidFill>
              </a:rPr>
              <a:t>High-dimensional genomic data (p &gt;&gt; n) exhibit inherent group correlation structures (genes in pathways, regulatory networks) with </a:t>
            </a:r>
            <a:r>
              <a:rPr lang="en-US" sz="3500" i="1" dirty="0">
                <a:solidFill>
                  <a:sysClr val="windowText" lastClr="000000"/>
                </a:solidFill>
              </a:rPr>
              <a:t>high-dimensional sparsity </a:t>
            </a:r>
          </a:p>
          <a:p>
            <a:r>
              <a:rPr lang="en-US" sz="3500" dirty="0">
                <a:solidFill>
                  <a:sysClr val="windowText" lastClr="000000"/>
                </a:solidFill>
              </a:rPr>
              <a:t>Traditional methods treat features as independent → unstable selection, missed biological signals</a:t>
            </a:r>
          </a:p>
          <a:p>
            <a:r>
              <a:rPr lang="en-US" sz="3500" dirty="0">
                <a:solidFill>
                  <a:sysClr val="windowText" lastClr="000000"/>
                </a:solidFill>
              </a:rPr>
              <a:t>Existing group-regularized methods require pre-specified pathways → incomplete annotations, high false discovery rates</a:t>
            </a:r>
          </a:p>
          <a:p>
            <a:r>
              <a:rPr lang="en-US" sz="3500" dirty="0">
                <a:solidFill>
                  <a:sysClr val="windowText" lastClr="000000"/>
                </a:solidFill>
              </a:rPr>
              <a:t>Outliers and contamination are common in real biomedical data → need for robustness</a:t>
            </a:r>
          </a:p>
          <a:p>
            <a:pPr marL="0" lvl="0" indent="0"/>
            <a:endParaRPr lang="en-US" altLang="en-US" sz="4800" b="1" dirty="0">
              <a:solidFill>
                <a:sysClr val="windowText" lastClr="000000"/>
              </a:solidFill>
            </a:endParaRPr>
          </a:p>
          <a:p>
            <a:endParaRPr lang="en-GB" sz="4800" dirty="0">
              <a:solidFill>
                <a:sysClr val="windowText" lastClr="000000"/>
              </a:solidFill>
            </a:endParaRPr>
          </a:p>
          <a:p>
            <a:endParaRPr lang="en-GB" sz="4800" dirty="0">
              <a:solidFill>
                <a:sysClr val="windowText" lastClr="000000"/>
              </a:solidFill>
            </a:endParaRPr>
          </a:p>
          <a:p>
            <a:endParaRPr lang="en-GB" sz="4800" dirty="0">
              <a:solidFill>
                <a:sysClr val="windowText" lastClr="000000"/>
              </a:solidFill>
            </a:endParaRPr>
          </a:p>
          <a:p>
            <a:endParaRPr lang="en-US" sz="3300" b="1" dirty="0">
              <a:solidFill>
                <a:sysClr val="windowText" lastClr="000000"/>
              </a:solidFill>
            </a:endParaRPr>
          </a:p>
          <a:p>
            <a:endParaRPr lang="en-US" sz="3300" b="1" dirty="0">
              <a:solidFill>
                <a:sysClr val="windowText" lastClr="000000"/>
              </a:solidFill>
            </a:endParaRPr>
          </a:p>
          <a:p>
            <a:endParaRPr lang="en-US" sz="3300" b="1" dirty="0">
              <a:solidFill>
                <a:sysClr val="windowText" lastClr="000000"/>
              </a:solidFill>
            </a:endParaRPr>
          </a:p>
          <a:p>
            <a:endParaRPr lang="en-US" sz="3300" b="1" dirty="0">
              <a:solidFill>
                <a:sysClr val="windowText" lastClr="000000"/>
              </a:solidFill>
            </a:endParaRPr>
          </a:p>
          <a:p>
            <a:endParaRPr lang="en-US" sz="4000" b="1" dirty="0">
              <a:solidFill>
                <a:sysClr val="windowText" lastClr="000000"/>
              </a:solidFill>
            </a:endParaRPr>
          </a:p>
          <a:p>
            <a:r>
              <a:rPr lang="en-US" sz="4000" b="1" dirty="0">
                <a:solidFill>
                  <a:sysClr val="windowText" lastClr="000000"/>
                </a:solidFill>
              </a:rPr>
              <a:t>Four-Stage Modular Framework:</a:t>
            </a:r>
          </a:p>
          <a:p>
            <a:r>
              <a:rPr lang="en-US" sz="3500" dirty="0">
                <a:solidFill>
                  <a:sysClr val="windowText" lastClr="000000"/>
                </a:solidFill>
              </a:rPr>
              <a:t>Input: Data (X, y), thresholds (h, </a:t>
            </a:r>
            <a:r>
              <a:rPr lang="el-GR" sz="3500" dirty="0">
                <a:solidFill>
                  <a:sysClr val="windowText" lastClr="000000"/>
                </a:solidFill>
              </a:rPr>
              <a:t>ρ, α1, α2) </a:t>
            </a:r>
            <a:r>
              <a:rPr lang="en-US" sz="3500" dirty="0">
                <a:solidFill>
                  <a:sysClr val="windowText" lastClr="000000"/>
                </a:solidFill>
              </a:rPr>
              <a:t>tuned via 5-fold CV minimizing RMSE</a:t>
            </a:r>
          </a:p>
          <a:p>
            <a:endParaRPr lang="en-US" sz="3500" dirty="0">
              <a:solidFill>
                <a:sysClr val="windowText" lastClr="000000"/>
              </a:solidFill>
            </a:endParaRPr>
          </a:p>
          <a:p>
            <a:r>
              <a:rPr lang="en-US" sz="3500" dirty="0">
                <a:solidFill>
                  <a:sysClr val="windowText" lastClr="000000"/>
                </a:solidFill>
              </a:rPr>
              <a:t>Step 1: Clustering. </a:t>
            </a:r>
            <a:r>
              <a:rPr lang="en-US" sz="3500" b="1" dirty="0">
                <a:solidFill>
                  <a:sysClr val="windowText" lastClr="000000"/>
                </a:solidFill>
              </a:rPr>
              <a:t>Pearson-HC</a:t>
            </a:r>
            <a:r>
              <a:rPr lang="en-US" sz="3500" dirty="0">
                <a:solidFill>
                  <a:sysClr val="windowText" lastClr="000000"/>
                </a:solidFill>
              </a:rPr>
              <a:t>: Pearson correlation + hierarchical clustering (cut at height h)</a:t>
            </a:r>
          </a:p>
          <a:p>
            <a:r>
              <a:rPr lang="en-US" sz="3500" b="1" dirty="0">
                <a:solidFill>
                  <a:sysClr val="windowText" lastClr="000000"/>
                </a:solidFill>
              </a:rPr>
              <a:t>Graphical-HC</a:t>
            </a:r>
            <a:r>
              <a:rPr lang="en-US" sz="3500" dirty="0">
                <a:solidFill>
                  <a:sysClr val="windowText" lastClr="000000"/>
                </a:solidFill>
              </a:rPr>
              <a:t>: Graphical LASSO (</a:t>
            </a:r>
            <a:r>
              <a:rPr lang="el-GR" sz="3500" dirty="0">
                <a:solidFill>
                  <a:sysClr val="windowText" lastClr="000000"/>
                </a:solidFill>
              </a:rPr>
              <a:t>ρ)</a:t>
            </a:r>
            <a:r>
              <a:rPr lang="en-US" sz="3500" dirty="0">
                <a:solidFill>
                  <a:sysClr val="windowText" lastClr="000000"/>
                </a:solidFill>
              </a:rPr>
              <a:t> </a:t>
            </a:r>
            <a:r>
              <a:rPr lang="el-GR" sz="3500" dirty="0">
                <a:solidFill>
                  <a:sysClr val="windowText" lastClr="000000"/>
                </a:solidFill>
              </a:rPr>
              <a:t>+ </a:t>
            </a:r>
            <a:r>
              <a:rPr lang="en-US" sz="3500" dirty="0">
                <a:solidFill>
                  <a:sysClr val="windowText" lastClr="000000"/>
                </a:solidFill>
              </a:rPr>
              <a:t>hierarchical clustering (cut at height h)</a:t>
            </a:r>
          </a:p>
          <a:p>
            <a:r>
              <a:rPr lang="en-US" sz="3500" b="1" dirty="0">
                <a:solidFill>
                  <a:sysClr val="windowText" lastClr="000000"/>
                </a:solidFill>
              </a:rPr>
              <a:t>OGK-Dynamic: </a:t>
            </a:r>
            <a:r>
              <a:rPr lang="en-US" sz="3500" dirty="0">
                <a:solidFill>
                  <a:sysClr val="windowText" lastClr="000000"/>
                </a:solidFill>
              </a:rPr>
              <a:t>OGK robust covariance + dynamic tree cut</a:t>
            </a:r>
          </a:p>
          <a:p>
            <a:pPr>
              <a:buFont typeface="Wingdings" pitchFamily="2" charset="2"/>
              <a:buChar char="è"/>
            </a:pPr>
            <a:r>
              <a:rPr lang="en-US" sz="3500" dirty="0">
                <a:solidFill>
                  <a:sysClr val="windowText" lastClr="000000"/>
                </a:solidFill>
              </a:rPr>
              <a:t>Obtain groups</a:t>
            </a:r>
          </a:p>
          <a:p>
            <a:r>
              <a:rPr lang="en-US" sz="3500" dirty="0">
                <a:solidFill>
                  <a:sysClr val="windowText" lastClr="000000"/>
                </a:solidFill>
              </a:rPr>
              <a:t>Step 2: Group-Level Screening </a:t>
            </a:r>
          </a:p>
          <a:p>
            <a:r>
              <a:rPr lang="en-US" sz="3500" dirty="0">
                <a:solidFill>
                  <a:sysClr val="windowText" lastClr="000000"/>
                </a:solidFill>
              </a:rPr>
              <a:t>For each group </a:t>
            </a:r>
          </a:p>
          <a:p>
            <a:pPr>
              <a:buFont typeface="Arial" panose="020B0604020202020204" pitchFamily="34" charset="0"/>
              <a:buChar char="•"/>
            </a:pPr>
            <a:r>
              <a:rPr lang="en-US" sz="3500" b="1" dirty="0">
                <a:solidFill>
                  <a:sysClr val="windowText" lastClr="000000"/>
                </a:solidFill>
              </a:rPr>
              <a:t>OLS</a:t>
            </a:r>
            <a:r>
              <a:rPr lang="en-US" sz="3500" dirty="0">
                <a:solidFill>
                  <a:sysClr val="windowText" lastClr="000000"/>
                </a:solidFill>
              </a:rPr>
              <a:t>: F-test using ordinary least squares</a:t>
            </a:r>
          </a:p>
          <a:p>
            <a:pPr>
              <a:buFont typeface="Arial" panose="020B0604020202020204" pitchFamily="34" charset="0"/>
              <a:buChar char="•"/>
            </a:pPr>
            <a:r>
              <a:rPr lang="en-US" sz="3500" b="1" dirty="0">
                <a:solidFill>
                  <a:sysClr val="windowText" lastClr="000000"/>
                </a:solidFill>
              </a:rPr>
              <a:t>Huber</a:t>
            </a:r>
            <a:r>
              <a:rPr lang="en-US" sz="3500" dirty="0">
                <a:solidFill>
                  <a:sysClr val="windowText" lastClr="000000"/>
                </a:solidFill>
              </a:rPr>
              <a:t>: F-test using Huber-weighted regression</a:t>
            </a:r>
          </a:p>
          <a:p>
            <a:pPr>
              <a:buFont typeface="Wingdings" pitchFamily="2" charset="2"/>
              <a:buChar char="è"/>
            </a:pPr>
            <a:r>
              <a:rPr lang="en-US" sz="3500" dirty="0">
                <a:solidFill>
                  <a:sysClr val="windowText" lastClr="000000"/>
                </a:solidFill>
              </a:rPr>
              <a:t>Retain groups with</a:t>
            </a:r>
          </a:p>
          <a:p>
            <a:r>
              <a:rPr lang="en-US" sz="3500" dirty="0">
                <a:solidFill>
                  <a:sysClr val="windowText" lastClr="000000"/>
                </a:solidFill>
              </a:rPr>
              <a:t>Step 3: Within-Group Screening. </a:t>
            </a:r>
          </a:p>
          <a:p>
            <a:r>
              <a:rPr lang="en-US" sz="3500" dirty="0">
                <a:solidFill>
                  <a:sysClr val="windowText" lastClr="000000"/>
                </a:solidFill>
              </a:rPr>
              <a:t>For each variable </a:t>
            </a:r>
          </a:p>
          <a:p>
            <a:pPr>
              <a:buFont typeface="Arial" panose="020B0604020202020204" pitchFamily="34" charset="0"/>
              <a:buChar char="•"/>
            </a:pPr>
            <a:r>
              <a:rPr lang="en-US" sz="3500" b="1" dirty="0">
                <a:solidFill>
                  <a:sysClr val="windowText" lastClr="000000"/>
                </a:solidFill>
              </a:rPr>
              <a:t>OLS</a:t>
            </a:r>
            <a:r>
              <a:rPr lang="en-US" sz="3500" dirty="0">
                <a:solidFill>
                  <a:sysClr val="windowText" lastClr="000000"/>
                </a:solidFill>
              </a:rPr>
              <a:t>: t-test using ordinary least squares</a:t>
            </a:r>
          </a:p>
          <a:p>
            <a:pPr>
              <a:buFont typeface="Arial" panose="020B0604020202020204" pitchFamily="34" charset="0"/>
              <a:buChar char="•"/>
            </a:pPr>
            <a:r>
              <a:rPr lang="en-US" sz="3500" b="1" dirty="0">
                <a:solidFill>
                  <a:sysClr val="windowText" lastClr="000000"/>
                </a:solidFill>
              </a:rPr>
              <a:t>Huber</a:t>
            </a:r>
            <a:r>
              <a:rPr lang="en-US" sz="3500" dirty="0">
                <a:solidFill>
                  <a:sysClr val="windowText" lastClr="000000"/>
                </a:solidFill>
              </a:rPr>
              <a:t>: t-test using Huber-weighted regression</a:t>
            </a:r>
          </a:p>
          <a:p>
            <a:pPr>
              <a:buFont typeface="Wingdings" pitchFamily="2" charset="2"/>
              <a:buChar char="è"/>
            </a:pPr>
            <a:r>
              <a:rPr lang="en-US" sz="3500" dirty="0">
                <a:solidFill>
                  <a:sysClr val="windowText" lastClr="000000"/>
                </a:solidFill>
              </a:rPr>
              <a:t>Retain variables with</a:t>
            </a:r>
          </a:p>
          <a:p>
            <a:r>
              <a:rPr lang="en-US" sz="3500" dirty="0">
                <a:solidFill>
                  <a:sysClr val="windowText" lastClr="000000"/>
                </a:solidFill>
              </a:rPr>
              <a:t>Step 4: Final Regularization Apply penalized regression on </a:t>
            </a:r>
            <a:r>
              <a:rPr lang="en-US" sz="3500" i="1" dirty="0" err="1">
                <a:solidFill>
                  <a:sysClr val="windowText" lastClr="000000"/>
                </a:solidFill>
              </a:rPr>
              <a:t>S</a:t>
            </a:r>
            <a:r>
              <a:rPr lang="en-US" sz="3500" baseline="-25000" dirty="0" err="1">
                <a:solidFill>
                  <a:sysClr val="windowText" lastClr="000000"/>
                </a:solidFill>
              </a:rPr>
              <a:t>selected</a:t>
            </a:r>
            <a:endParaRPr lang="en-US" sz="3500" baseline="-25000" dirty="0">
              <a:solidFill>
                <a:sysClr val="windowText" lastClr="000000"/>
              </a:solidFill>
            </a:endParaRPr>
          </a:p>
          <a:p>
            <a:pPr>
              <a:buFont typeface="Arial" panose="020B0604020202020204" pitchFamily="34" charset="0"/>
              <a:buChar char="•"/>
            </a:pPr>
            <a:r>
              <a:rPr lang="en-US" sz="3500" b="1" dirty="0">
                <a:solidFill>
                  <a:sysClr val="windowText" lastClr="000000"/>
                </a:solidFill>
              </a:rPr>
              <a:t>EN</a:t>
            </a:r>
            <a:r>
              <a:rPr lang="en-US" sz="3500" dirty="0">
                <a:solidFill>
                  <a:sysClr val="windowText" lastClr="000000"/>
                </a:solidFill>
              </a:rPr>
              <a:t>: Elastic Net ; </a:t>
            </a:r>
            <a:r>
              <a:rPr lang="en-US" sz="3500" b="1" dirty="0">
                <a:solidFill>
                  <a:sysClr val="windowText" lastClr="000000"/>
                </a:solidFill>
              </a:rPr>
              <a:t>AEN</a:t>
            </a:r>
            <a:r>
              <a:rPr lang="en-US" sz="3500" dirty="0">
                <a:solidFill>
                  <a:sysClr val="windowText" lastClr="000000"/>
                </a:solidFill>
              </a:rPr>
              <a:t>: Adaptive Elastic Net (with adaptive weights)</a:t>
            </a:r>
          </a:p>
          <a:p>
            <a:pPr>
              <a:buFont typeface="Wingdings" pitchFamily="2" charset="2"/>
              <a:buChar char="è"/>
            </a:pPr>
            <a:r>
              <a:rPr lang="en-US" sz="3500" dirty="0">
                <a:solidFill>
                  <a:sysClr val="windowText" lastClr="000000"/>
                </a:solidFill>
              </a:rPr>
              <a:t>Return:</a:t>
            </a:r>
            <a:endParaRPr lang="en-US" sz="3500" b="1" dirty="0">
              <a:solidFill>
                <a:sysClr val="windowText" lastClr="000000"/>
              </a:solidFill>
            </a:endParaRPr>
          </a:p>
          <a:p>
            <a:r>
              <a:rPr lang="en-US" sz="3500" b="1" dirty="0">
                <a:solidFill>
                  <a:sysClr val="windowText" lastClr="000000"/>
                </a:solidFill>
              </a:rPr>
              <a:t>Modular Design</a:t>
            </a:r>
            <a:r>
              <a:rPr lang="en-US" sz="3500" dirty="0">
                <a:solidFill>
                  <a:sysClr val="windowText" lastClr="000000"/>
                </a:solidFill>
              </a:rPr>
              <a:t> → Can swap components for robustness</a:t>
            </a:r>
          </a:p>
          <a:p>
            <a:pPr algn="just" eaLnBrk="1" hangingPunct="1">
              <a:spcAft>
                <a:spcPts val="500"/>
              </a:spcAft>
              <a:buFont typeface="Arial" panose="020B0604020202020204" pitchFamily="34" charset="0"/>
              <a:buChar char="•"/>
            </a:pPr>
            <a:endParaRPr lang="en-US" altLang="en-US" sz="3500" b="1" dirty="0">
              <a:solidFill>
                <a:sysClr val="windowText" lastClr="000000"/>
              </a:solidFill>
            </a:endParaRPr>
          </a:p>
          <a:p>
            <a:pPr marL="0" indent="0" algn="just" eaLnBrk="1" hangingPunct="1">
              <a:spcAft>
                <a:spcPts val="2700"/>
              </a:spcAft>
            </a:pPr>
            <a:endParaRPr lang="en-US" altLang="en-US" sz="3600" baseline="-25000" dirty="0">
              <a:solidFill>
                <a:sysClr val="windowText" lastClr="000000"/>
              </a:solidFill>
            </a:endParaRPr>
          </a:p>
        </p:txBody>
      </p:sp>
      <p:sp>
        <p:nvSpPr>
          <p:cNvPr id="37" name="Rectangle 16">
            <a:extLst>
              <a:ext uri="{FF2B5EF4-FFF2-40B4-BE49-F238E27FC236}">
                <a16:creationId xmlns:a16="http://schemas.microsoft.com/office/drawing/2014/main" id="{129A89EC-FA2D-E64B-9C8F-6F5694BFCB27}"/>
              </a:ext>
            </a:extLst>
          </p:cNvPr>
          <p:cNvSpPr>
            <a:spLocks noChangeArrowheads="1"/>
          </p:cNvSpPr>
          <p:nvPr/>
        </p:nvSpPr>
        <p:spPr bwMode="auto">
          <a:xfrm>
            <a:off x="453087" y="20690176"/>
            <a:ext cx="14389334" cy="111387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240601" tIns="0" rIns="240601" bIns="240601"/>
          <a:lstStyle>
            <a:lvl1pPr>
              <a:tabLst>
                <a:tab pos="1790700" algn="l"/>
              </a:tabLst>
              <a:defRPr>
                <a:solidFill>
                  <a:schemeClr val="tx1"/>
                </a:solidFill>
                <a:latin typeface="Arial" charset="0"/>
                <a:ea typeface="ＭＳ Ｐゴシック" charset="-128"/>
              </a:defRPr>
            </a:lvl1pPr>
            <a:lvl2pPr marL="742950" indent="-285750">
              <a:tabLst>
                <a:tab pos="1790700" algn="l"/>
              </a:tabLst>
              <a:defRPr>
                <a:solidFill>
                  <a:schemeClr val="tx1"/>
                </a:solidFill>
                <a:latin typeface="Arial" charset="0"/>
                <a:ea typeface="ＭＳ Ｐゴシック" charset="-128"/>
              </a:defRPr>
            </a:lvl2pPr>
            <a:lvl3pPr marL="1143000" indent="-228600">
              <a:tabLst>
                <a:tab pos="1790700" algn="l"/>
              </a:tabLst>
              <a:defRPr>
                <a:solidFill>
                  <a:schemeClr val="tx1"/>
                </a:solidFill>
                <a:latin typeface="Arial" charset="0"/>
                <a:ea typeface="ＭＳ Ｐゴシック" charset="-128"/>
              </a:defRPr>
            </a:lvl3pPr>
            <a:lvl4pPr marL="1600200" indent="-228600">
              <a:tabLst>
                <a:tab pos="1790700" algn="l"/>
              </a:tabLst>
              <a:defRPr>
                <a:solidFill>
                  <a:schemeClr val="tx1"/>
                </a:solidFill>
                <a:latin typeface="Arial" charset="0"/>
                <a:ea typeface="ＭＳ Ｐゴシック" charset="-128"/>
              </a:defRPr>
            </a:lvl4pPr>
            <a:lvl5pPr marL="2057400" indent="-228600">
              <a:tabLst>
                <a:tab pos="1790700" algn="l"/>
              </a:tabLst>
              <a:defRPr>
                <a:solidFill>
                  <a:schemeClr val="tx1"/>
                </a:solidFill>
                <a:latin typeface="Arial" charset="0"/>
                <a:ea typeface="ＭＳ Ｐゴシック" charset="-128"/>
              </a:defRPr>
            </a:lvl5pPr>
            <a:lvl6pPr marL="25146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6pPr>
            <a:lvl7pPr marL="29718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7pPr>
            <a:lvl8pPr marL="34290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8pPr>
            <a:lvl9pPr marL="3886200" indent="-228600" defTabSz="2244725" eaLnBrk="0" fontAlgn="base" hangingPunct="0">
              <a:spcBef>
                <a:spcPct val="0"/>
              </a:spcBef>
              <a:spcAft>
                <a:spcPct val="0"/>
              </a:spcAft>
              <a:tabLst>
                <a:tab pos="1790700" algn="l"/>
              </a:tabLst>
              <a:defRPr>
                <a:solidFill>
                  <a:schemeClr val="tx1"/>
                </a:solidFill>
                <a:latin typeface="Arial" charset="0"/>
                <a:ea typeface="ＭＳ Ｐゴシック" charset="-128"/>
              </a:defRPr>
            </a:lvl9pPr>
          </a:lstStyle>
          <a:p>
            <a:pPr marL="1171568" lvl="1" indent="-428618" algn="just" eaLnBrk="1" hangingPunct="1">
              <a:spcAft>
                <a:spcPts val="2700"/>
              </a:spcAft>
              <a:buFont typeface="Arial" charset="0"/>
              <a:buChar char="•"/>
            </a:pPr>
            <a:endParaRPr lang="en-US" altLang="en-US" sz="3600" dirty="0"/>
          </a:p>
        </p:txBody>
      </p:sp>
      <p:sp>
        <p:nvSpPr>
          <p:cNvPr id="40" name="TextBox 47">
            <a:extLst>
              <a:ext uri="{FF2B5EF4-FFF2-40B4-BE49-F238E27FC236}">
                <a16:creationId xmlns:a16="http://schemas.microsoft.com/office/drawing/2014/main" id="{B646CEC7-6AD6-2741-BF4D-A384A1FDB76D}"/>
              </a:ext>
            </a:extLst>
          </p:cNvPr>
          <p:cNvSpPr txBox="1">
            <a:spLocks noChangeArrowheads="1"/>
          </p:cNvSpPr>
          <p:nvPr/>
        </p:nvSpPr>
        <p:spPr bwMode="auto">
          <a:xfrm>
            <a:off x="579819" y="1794143"/>
            <a:ext cx="32009283" cy="27721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3614" tIns="46807" rIns="93614" bIns="46807">
            <a:spAutoFit/>
          </a:bodyPr>
          <a:lstStyle>
            <a:lvl1pPr>
              <a:defRPr>
                <a:solidFill>
                  <a:schemeClr val="tx1"/>
                </a:solidFill>
                <a:latin typeface="Arial" charset="0"/>
                <a:ea typeface="ＭＳ Ｐゴシック" charset="-128"/>
              </a:defRPr>
            </a:lvl1pPr>
            <a:lvl2pPr marL="742950" indent="-285750">
              <a:defRPr>
                <a:solidFill>
                  <a:schemeClr val="tx1"/>
                </a:solidFill>
                <a:latin typeface="Arial" charset="0"/>
                <a:ea typeface="ＭＳ Ｐゴシック" charset="-128"/>
              </a:defRPr>
            </a:lvl2pPr>
            <a:lvl3pPr marL="1143000" indent="-228600">
              <a:defRPr>
                <a:solidFill>
                  <a:schemeClr val="tx1"/>
                </a:solidFill>
                <a:latin typeface="Arial" charset="0"/>
                <a:ea typeface="ＭＳ Ｐゴシック" charset="-128"/>
              </a:defRPr>
            </a:lvl3pPr>
            <a:lvl4pPr marL="1600200" indent="-228600">
              <a:defRPr>
                <a:solidFill>
                  <a:schemeClr val="tx1"/>
                </a:solidFill>
                <a:latin typeface="Arial" charset="0"/>
                <a:ea typeface="ＭＳ Ｐゴシック" charset="-128"/>
              </a:defRPr>
            </a:lvl4pPr>
            <a:lvl5pPr marL="2057400" indent="-228600">
              <a:defRPr>
                <a:solidFill>
                  <a:schemeClr val="tx1"/>
                </a:solidFill>
                <a:latin typeface="Arial" charset="0"/>
                <a:ea typeface="ＭＳ Ｐゴシック" charset="-128"/>
              </a:defRPr>
            </a:lvl5pPr>
            <a:lvl6pPr marL="2514600" indent="-228600" defTabSz="2244725" eaLnBrk="0" fontAlgn="base" hangingPunct="0">
              <a:spcBef>
                <a:spcPct val="0"/>
              </a:spcBef>
              <a:spcAft>
                <a:spcPct val="0"/>
              </a:spcAft>
              <a:defRPr>
                <a:solidFill>
                  <a:schemeClr val="tx1"/>
                </a:solidFill>
                <a:latin typeface="Arial" charset="0"/>
                <a:ea typeface="ＭＳ Ｐゴシック" charset="-128"/>
              </a:defRPr>
            </a:lvl6pPr>
            <a:lvl7pPr marL="2971800" indent="-228600" defTabSz="2244725" eaLnBrk="0" fontAlgn="base" hangingPunct="0">
              <a:spcBef>
                <a:spcPct val="0"/>
              </a:spcBef>
              <a:spcAft>
                <a:spcPct val="0"/>
              </a:spcAft>
              <a:defRPr>
                <a:solidFill>
                  <a:schemeClr val="tx1"/>
                </a:solidFill>
                <a:latin typeface="Arial" charset="0"/>
                <a:ea typeface="ＭＳ Ｐゴシック" charset="-128"/>
              </a:defRPr>
            </a:lvl7pPr>
            <a:lvl8pPr marL="3429000" indent="-228600" defTabSz="2244725" eaLnBrk="0" fontAlgn="base" hangingPunct="0">
              <a:spcBef>
                <a:spcPct val="0"/>
              </a:spcBef>
              <a:spcAft>
                <a:spcPct val="0"/>
              </a:spcAft>
              <a:defRPr>
                <a:solidFill>
                  <a:schemeClr val="tx1"/>
                </a:solidFill>
                <a:latin typeface="Arial" charset="0"/>
                <a:ea typeface="ＭＳ Ｐゴシック" charset="-128"/>
              </a:defRPr>
            </a:lvl8pPr>
            <a:lvl9pPr marL="3886200" indent="-228600" defTabSz="2244725" eaLnBrk="0" fontAlgn="base" hangingPunct="0">
              <a:spcBef>
                <a:spcPct val="0"/>
              </a:spcBef>
              <a:spcAft>
                <a:spcPct val="0"/>
              </a:spcAft>
              <a:defRPr>
                <a:solidFill>
                  <a:schemeClr val="tx1"/>
                </a:solidFill>
                <a:latin typeface="Arial" charset="0"/>
                <a:ea typeface="ＭＳ Ｐゴシック" charset="-128"/>
              </a:defRPr>
            </a:lvl9pPr>
          </a:lstStyle>
          <a:p>
            <a:r>
              <a:rPr lang="en-US" sz="4000" b="1" dirty="0"/>
              <a:t>Wanru Guo</a:t>
            </a:r>
            <a:r>
              <a:rPr lang="en-US" sz="4000" b="1" baseline="30000" dirty="0"/>
              <a:t>1,2</a:t>
            </a:r>
            <a:r>
              <a:rPr lang="en-US" sz="4000" b="1" dirty="0"/>
              <a:t>, Juan Xie</a:t>
            </a:r>
            <a:r>
              <a:rPr lang="en-US" sz="4000" b="1" baseline="30000" dirty="0"/>
              <a:t>1,2</a:t>
            </a:r>
            <a:r>
              <a:rPr lang="en-US" sz="4000" b="1" dirty="0"/>
              <a:t>, Binbin Wang</a:t>
            </a:r>
            <a:r>
              <a:rPr lang="en-US" sz="4000" b="1" baseline="30000" dirty="0"/>
              <a:t>1,2</a:t>
            </a:r>
            <a:r>
              <a:rPr lang="en-US" sz="4000" b="1" dirty="0"/>
              <a:t>, </a:t>
            </a:r>
            <a:r>
              <a:rPr lang="en-US" sz="4000" b="1" dirty="0" err="1"/>
              <a:t>Weicong</a:t>
            </a:r>
            <a:r>
              <a:rPr lang="en-US" sz="4000" b="1" dirty="0"/>
              <a:t> Chen</a:t>
            </a:r>
            <a:r>
              <a:rPr lang="en-US" sz="4000" b="1" baseline="30000" dirty="0"/>
              <a:t>3</a:t>
            </a:r>
            <a:r>
              <a:rPr lang="en-US" sz="4000" b="1" dirty="0"/>
              <a:t>, Xiaoyi Lu</a:t>
            </a:r>
            <a:r>
              <a:rPr lang="en-US" sz="4000" b="1" baseline="30000" dirty="0"/>
              <a:t>4</a:t>
            </a:r>
            <a:r>
              <a:rPr lang="en-US" sz="4000" b="1" dirty="0"/>
              <a:t>, Vipin Chaudhary</a:t>
            </a:r>
            <a:r>
              <a:rPr lang="en-US" sz="4000" b="1" baseline="30000" dirty="0"/>
              <a:t>3</a:t>
            </a:r>
            <a:r>
              <a:rPr lang="en-US" sz="4000" b="1" dirty="0"/>
              <a:t>, Curtis Tatsuoka</a:t>
            </a:r>
            <a:r>
              <a:rPr lang="en-US" sz="4000" b="1" baseline="30000" dirty="0"/>
              <a:t>1,2</a:t>
            </a:r>
            <a:r>
              <a:rPr lang="en-US" sz="4000" b="1" dirty="0"/>
              <a:t> </a:t>
            </a:r>
            <a:endParaRPr lang="en-US" sz="4000" dirty="0"/>
          </a:p>
          <a:p>
            <a:r>
              <a:rPr lang="en-US" sz="3000" baseline="30000" dirty="0"/>
              <a:t>1</a:t>
            </a:r>
            <a:r>
              <a:rPr lang="en-US" sz="3000" dirty="0"/>
              <a:t>Department of Biostatistics and Bioinformatics, University of Maryland, Baltimore, Baltimore, MD, USA; </a:t>
            </a:r>
            <a:r>
              <a:rPr lang="en-US" sz="3000" baseline="30000" dirty="0"/>
              <a:t>2</a:t>
            </a:r>
            <a:r>
              <a:rPr lang="en-US" sz="3000" dirty="0"/>
              <a:t>Unversity of Maryland Marlene &amp; Stewart Greenebaum Comprehensive Cancer Center, Baltimore, MD, USA; </a:t>
            </a:r>
            <a:r>
              <a:rPr lang="en-US" sz="3000" baseline="30000" dirty="0"/>
              <a:t>3</a:t>
            </a:r>
            <a:r>
              <a:rPr lang="en-US" sz="3000" dirty="0"/>
              <a:t>Department of Computer and Data Sciences, Case Western Reserve University, Cleveland, OH, USA; </a:t>
            </a:r>
            <a:r>
              <a:rPr lang="en-US" sz="3000" baseline="30000" dirty="0"/>
              <a:t>4</a:t>
            </a:r>
            <a:r>
              <a:rPr lang="en-US" sz="3000" dirty="0"/>
              <a:t>Department of Electrical &amp; Computer Engineering, University of Florida, Gainesville, FL, USA </a:t>
            </a:r>
          </a:p>
          <a:p>
            <a:pPr eaLnBrk="1" hangingPunct="1"/>
            <a:endParaRPr lang="en-GB" altLang="en-US" sz="4400" dirty="0">
              <a:solidFill>
                <a:srgbClr val="5B707C"/>
              </a:solidFill>
            </a:endParaRPr>
          </a:p>
        </p:txBody>
      </p:sp>
      <p:sp>
        <p:nvSpPr>
          <p:cNvPr id="10" name="TextBox 9">
            <a:extLst>
              <a:ext uri="{FF2B5EF4-FFF2-40B4-BE49-F238E27FC236}">
                <a16:creationId xmlns:a16="http://schemas.microsoft.com/office/drawing/2014/main" id="{DC87DA21-E09A-ED4C-BB48-34921DF013AF}"/>
              </a:ext>
            </a:extLst>
          </p:cNvPr>
          <p:cNvSpPr txBox="1"/>
          <p:nvPr/>
        </p:nvSpPr>
        <p:spPr>
          <a:xfrm>
            <a:off x="11618346" y="5067339"/>
            <a:ext cx="15152763" cy="10649069"/>
          </a:xfrm>
          <a:prstGeom prst="rect">
            <a:avLst/>
          </a:prstGeom>
          <a:noFill/>
          <a:ln w="38100">
            <a:solidFill>
              <a:schemeClr val="tx1"/>
            </a:solidFill>
          </a:ln>
        </p:spPr>
        <p:txBody>
          <a:bodyPr wrap="square" rtlCol="0">
            <a:spAutoFit/>
          </a:bodyPr>
          <a:lstStyle/>
          <a:p>
            <a:pPr algn="just">
              <a:lnSpc>
                <a:spcPts val="4800"/>
              </a:lnSpc>
            </a:pPr>
            <a:r>
              <a:rPr lang="en-GB" sz="4000" b="1" dirty="0">
                <a:solidFill>
                  <a:schemeClr val="accent1"/>
                </a:solidFill>
              </a:rPr>
              <a:t>SIMULATION SETTINGS</a:t>
            </a:r>
          </a:p>
          <a:p>
            <a:pPr algn="just">
              <a:lnSpc>
                <a:spcPts val="4800"/>
              </a:lnSpc>
            </a:pPr>
            <a:r>
              <a:rPr lang="en-GB" sz="4000" b="1" dirty="0">
                <a:solidFill>
                  <a:schemeClr val="accent1"/>
                </a:solidFill>
              </a:rPr>
              <a:t>NORMAL SCENARIOS  </a:t>
            </a:r>
          </a:p>
          <a:p>
            <a:pPr algn="just">
              <a:lnSpc>
                <a:spcPts val="4800"/>
              </a:lnSpc>
            </a:pPr>
            <a:r>
              <a:rPr lang="en-GB" sz="4000" b="1" dirty="0">
                <a:solidFill>
                  <a:schemeClr val="accent1"/>
                </a:solidFill>
              </a:rPr>
              <a:t>Scenario 1 </a:t>
            </a:r>
          </a:p>
          <a:p>
            <a:pPr marL="571500" indent="-571500">
              <a:buFont typeface="Arial" panose="020B0604020202020204" pitchFamily="34" charset="0"/>
              <a:buChar char="•"/>
            </a:pPr>
            <a:r>
              <a:rPr lang="en-US" sz="3500" dirty="0"/>
              <a:t>n=200, p=1000, 5 variables per group, 200 groups total </a:t>
            </a:r>
          </a:p>
          <a:p>
            <a:pPr marL="571500" indent="-571500">
              <a:buFont typeface="Arial" panose="020B0604020202020204" pitchFamily="34" charset="0"/>
              <a:buChar char="•"/>
            </a:pPr>
            <a:r>
              <a:rPr lang="en-US" sz="3500" dirty="0"/>
              <a:t>5 true groups with 5 variables, with standardized beta values 1.0, 0.9, 0.7, 0.5 and 0.3 each, distributed within each of the 20 groups respectively, with within group correlation level for groups being 0.1, 0.3, 0.5, 0.7, 0.9 (25 true variables) </a:t>
            </a:r>
          </a:p>
          <a:p>
            <a:r>
              <a:rPr lang="en-US" sz="3600" b="1" dirty="0">
                <a:solidFill>
                  <a:schemeClr val="tx2">
                    <a:lumMod val="75000"/>
                    <a:lumOff val="25000"/>
                  </a:schemeClr>
                </a:solidFill>
              </a:rPr>
              <a:t>Scenario 2 </a:t>
            </a:r>
          </a:p>
          <a:p>
            <a:pPr marL="571500" indent="-571500">
              <a:buFont typeface="Arial" panose="020B0604020202020204" pitchFamily="34" charset="0"/>
              <a:buChar char="•"/>
            </a:pPr>
            <a:r>
              <a:rPr lang="en-US" sz="3500" dirty="0"/>
              <a:t>n=200, p=1000, 5 variables per subgroup, 2 subgroups per group, 100 groups total </a:t>
            </a:r>
          </a:p>
          <a:p>
            <a:pPr marL="571500" indent="-571500">
              <a:buFont typeface="Arial" panose="020B0604020202020204" pitchFamily="34" charset="0"/>
              <a:buChar char="•"/>
            </a:pPr>
            <a:r>
              <a:rPr lang="en-US" sz="3500" dirty="0"/>
              <a:t>5 true groups with 10 variables, with standardized beta values 1.0, 0.9, 0.7, 0.5 and 0.3 each, within group correlation = 0.5, between subgroup correlation =0.1 and no between group correlations (50 true variables) </a:t>
            </a:r>
          </a:p>
          <a:p>
            <a:pPr algn="just">
              <a:lnSpc>
                <a:spcPts val="4800"/>
              </a:lnSpc>
            </a:pPr>
            <a:r>
              <a:rPr lang="en-GB" sz="4000" b="1" dirty="0">
                <a:solidFill>
                  <a:schemeClr val="accent1"/>
                </a:solidFill>
              </a:rPr>
              <a:t>Scenario 3 </a:t>
            </a:r>
          </a:p>
          <a:p>
            <a:pPr marL="571500" indent="-571500">
              <a:buFont typeface="Arial" panose="020B0604020202020204" pitchFamily="34" charset="0"/>
              <a:buChar char="•"/>
            </a:pPr>
            <a:r>
              <a:rPr lang="en-US" sz="3500" dirty="0"/>
              <a:t>n=200, p=1000, 5 variables per group, 200 groups total </a:t>
            </a:r>
          </a:p>
          <a:p>
            <a:pPr marL="571500" indent="-571500">
              <a:buFont typeface="Arial" panose="020B0604020202020204" pitchFamily="34" charset="0"/>
              <a:buChar char="•"/>
            </a:pPr>
            <a:r>
              <a:rPr lang="en-US" sz="3500" dirty="0"/>
              <a:t>5 true groups but only 1 variable in each group in positive, with standardized beta values 1.0, 0.8, 0.6, 0.5 and 0.4 each, within group correlation = 0.5, and between group correlation =0.1 (5 true variables) </a:t>
            </a:r>
          </a:p>
        </p:txBody>
      </p:sp>
      <p:sp>
        <p:nvSpPr>
          <p:cNvPr id="7" name="TextBox 6">
            <a:extLst>
              <a:ext uri="{FF2B5EF4-FFF2-40B4-BE49-F238E27FC236}">
                <a16:creationId xmlns:a16="http://schemas.microsoft.com/office/drawing/2014/main" id="{ADE2D8F6-0F6E-D80A-BD55-B42AE4B6E743}"/>
              </a:ext>
            </a:extLst>
          </p:cNvPr>
          <p:cNvSpPr txBox="1"/>
          <p:nvPr/>
        </p:nvSpPr>
        <p:spPr>
          <a:xfrm>
            <a:off x="32589102" y="17014040"/>
            <a:ext cx="10479533" cy="10972234"/>
          </a:xfrm>
          <a:prstGeom prst="rect">
            <a:avLst/>
          </a:prstGeom>
          <a:noFill/>
          <a:ln w="38100">
            <a:solidFill>
              <a:schemeClr val="tx1"/>
            </a:solidFill>
          </a:ln>
        </p:spPr>
        <p:txBody>
          <a:bodyPr wrap="square" rtlCol="0">
            <a:spAutoFit/>
          </a:bodyPr>
          <a:lstStyle/>
          <a:p>
            <a:pPr algn="just">
              <a:lnSpc>
                <a:spcPts val="4800"/>
              </a:lnSpc>
            </a:pPr>
            <a:r>
              <a:rPr lang="en-US" sz="4000" b="1" dirty="0">
                <a:solidFill>
                  <a:srgbClr val="0070C0"/>
                </a:solidFill>
              </a:rPr>
              <a:t>FUTURE DIRECTIONS</a:t>
            </a:r>
          </a:p>
          <a:p>
            <a:pPr marL="571500" indent="-571500" algn="just">
              <a:lnSpc>
                <a:spcPts val="4800"/>
              </a:lnSpc>
              <a:buFont typeface="Arial" panose="020B0604020202020204" pitchFamily="34" charset="0"/>
              <a:buChar char="•"/>
            </a:pPr>
            <a:r>
              <a:rPr lang="en-US" sz="3500" dirty="0"/>
              <a:t>High performance computing implementation, Goal: Accurately select among 1,000,000+ variables</a:t>
            </a:r>
          </a:p>
          <a:p>
            <a:pPr algn="just">
              <a:lnSpc>
                <a:spcPts val="4800"/>
              </a:lnSpc>
            </a:pPr>
            <a:r>
              <a:rPr lang="en-US" sz="3500" dirty="0"/>
              <a:t>Rationale- Breakdown of EN and AEN in High Dimensions:</a:t>
            </a:r>
          </a:p>
          <a:p>
            <a:r>
              <a:rPr lang="en-US" sz="3500" b="1" dirty="0"/>
              <a:t>- </a:t>
            </a:r>
            <a:r>
              <a:rPr lang="en-US" sz="3600" dirty="0"/>
              <a:t>EN fails due to irrepresentable condition violation and noise accumulation as </a:t>
            </a:r>
            <a:r>
              <a:rPr lang="en-US" sz="3600" dirty="0" err="1"/>
              <a:t>p/n</a:t>
            </a:r>
            <a:r>
              <a:rPr lang="en-US" sz="3600" dirty="0"/>
              <a:t> increases (Fan &amp; </a:t>
            </a:r>
            <a:r>
              <a:rPr lang="en-US" sz="3600" dirty="0" err="1"/>
              <a:t>Lv</a:t>
            </a:r>
            <a:r>
              <a:rPr lang="en-US" sz="3600" dirty="0"/>
              <a:t>, 2008)</a:t>
            </a:r>
          </a:p>
          <a:p>
            <a:r>
              <a:rPr lang="en-US" sz="3600" b="1" dirty="0"/>
              <a:t>- </a:t>
            </a:r>
            <a:r>
              <a:rPr lang="en-US" sz="3600" dirty="0"/>
              <a:t>AEN suffers accelerated breakdown from initial estimator inconsistency (unreliable marginal correlations when p &gt;&gt; n) and weight miscalibration (Fan et al., 2020)</a:t>
            </a:r>
          </a:p>
          <a:p>
            <a:r>
              <a:rPr lang="en-US" sz="3600" dirty="0"/>
              <a:t>- In practice, EN/AEN break down when </a:t>
            </a:r>
            <a:r>
              <a:rPr lang="en-US" sz="3600" dirty="0" err="1"/>
              <a:t>p/n</a:t>
            </a:r>
            <a:r>
              <a:rPr lang="en-US" sz="3600" dirty="0"/>
              <a:t> &gt; 10-50, well before theoretical bounds</a:t>
            </a:r>
          </a:p>
          <a:p>
            <a:r>
              <a:rPr lang="en-US" sz="3600" b="1" dirty="0"/>
              <a:t>- Dorfman advantage:</a:t>
            </a:r>
            <a:r>
              <a:rPr lang="en-US" sz="3600" dirty="0"/>
              <a:t> Screening reduces </a:t>
            </a:r>
            <a:r>
              <a:rPr lang="en-US" sz="3600" dirty="0" err="1"/>
              <a:t>p/n</a:t>
            </a:r>
            <a:r>
              <a:rPr lang="en-US" sz="3600" dirty="0"/>
              <a:t> to a manageable ratio, enabling Adaptive EN to work where it would otherwise fail</a:t>
            </a:r>
          </a:p>
          <a:p>
            <a:pPr marL="457200" indent="-457200">
              <a:buFont typeface="Arial" panose="020B0604020202020204" pitchFamily="34" charset="0"/>
              <a:buChar char="•"/>
            </a:pPr>
            <a:r>
              <a:rPr lang="en-US" sz="3500" dirty="0"/>
              <a:t>Incorporate multimodal clustering methods</a:t>
            </a:r>
          </a:p>
        </p:txBody>
      </p:sp>
      <p:pic>
        <p:nvPicPr>
          <p:cNvPr id="12" name="Picture 11">
            <a:extLst>
              <a:ext uri="{FF2B5EF4-FFF2-40B4-BE49-F238E27FC236}">
                <a16:creationId xmlns:a16="http://schemas.microsoft.com/office/drawing/2014/main" id="{9012B83E-2C78-1496-5B00-9BAE7FBC60A2}"/>
              </a:ext>
            </a:extLst>
          </p:cNvPr>
          <p:cNvPicPr>
            <a:picLocks noChangeAspect="1"/>
          </p:cNvPicPr>
          <p:nvPr/>
        </p:nvPicPr>
        <p:blipFill>
          <a:blip r:embed="rId3"/>
          <a:srcRect t="7697" r="4418" b="8311"/>
          <a:stretch>
            <a:fillRect/>
          </a:stretch>
        </p:blipFill>
        <p:spPr>
          <a:xfrm>
            <a:off x="33943410" y="1156007"/>
            <a:ext cx="9538049" cy="2665194"/>
          </a:xfrm>
          <a:prstGeom prst="rect">
            <a:avLst/>
          </a:prstGeom>
        </p:spPr>
      </p:pic>
      <p:sp>
        <p:nvSpPr>
          <p:cNvPr id="15" name="TextBox 14">
            <a:extLst>
              <a:ext uri="{FF2B5EF4-FFF2-40B4-BE49-F238E27FC236}">
                <a16:creationId xmlns:a16="http://schemas.microsoft.com/office/drawing/2014/main" id="{A3D735DD-197D-4BE5-0E9C-ECFCF67F6917}"/>
              </a:ext>
            </a:extLst>
          </p:cNvPr>
          <p:cNvSpPr txBox="1"/>
          <p:nvPr/>
        </p:nvSpPr>
        <p:spPr>
          <a:xfrm>
            <a:off x="16429567" y="23482141"/>
            <a:ext cx="11617120" cy="707886"/>
          </a:xfrm>
          <a:prstGeom prst="rect">
            <a:avLst/>
          </a:prstGeom>
          <a:noFill/>
        </p:spPr>
        <p:txBody>
          <a:bodyPr wrap="square" rtlCol="0">
            <a:spAutoFit/>
          </a:bodyPr>
          <a:lstStyle/>
          <a:p>
            <a:r>
              <a:rPr lang="en-US" sz="4000" b="1" dirty="0">
                <a:solidFill>
                  <a:srgbClr val="0070C0"/>
                </a:solidFill>
              </a:rPr>
              <a:t>RESULTS - CORRUPTED SCENARIOS </a:t>
            </a:r>
            <a:endParaRPr lang="en-US" sz="4000" dirty="0"/>
          </a:p>
        </p:txBody>
      </p:sp>
      <p:sp>
        <p:nvSpPr>
          <p:cNvPr id="18" name="TextBox 17">
            <a:extLst>
              <a:ext uri="{FF2B5EF4-FFF2-40B4-BE49-F238E27FC236}">
                <a16:creationId xmlns:a16="http://schemas.microsoft.com/office/drawing/2014/main" id="{C88F4B16-D0EF-F71A-EA09-8E8299F6AC4F}"/>
              </a:ext>
            </a:extLst>
          </p:cNvPr>
          <p:cNvSpPr txBox="1"/>
          <p:nvPr/>
        </p:nvSpPr>
        <p:spPr>
          <a:xfrm>
            <a:off x="-30586541" y="24239330"/>
            <a:ext cx="20553422" cy="2677656"/>
          </a:xfrm>
          <a:prstGeom prst="rect">
            <a:avLst/>
          </a:prstGeom>
          <a:noFill/>
        </p:spPr>
        <p:txBody>
          <a:bodyPr wrap="square" rtlCol="0">
            <a:spAutoFit/>
          </a:bodyPr>
          <a:lstStyle/>
          <a:p>
            <a:r>
              <a:rPr lang="en-US" sz="3300" dirty="0"/>
              <a:t>The hyperparameters h (normal algorithm fixed height), </a:t>
            </a:r>
            <a:r>
              <a:rPr lang="el-GR" sz="3600" dirty="0"/>
              <a:t>ρ</a:t>
            </a:r>
            <a:r>
              <a:rPr lang="en-US" sz="3300" dirty="0"/>
              <a:t> (sparse graphical LASSO), alpha1 (group test threshold) and alpha2 (individual test threshold) are optimized by 5-fold CV tuning on RMSE. </a:t>
            </a:r>
          </a:p>
          <a:p>
            <a:r>
              <a:rPr lang="en-US" sz="3300" dirty="0"/>
              <a:t>Input: Data (X, y), thresholds (h, </a:t>
            </a:r>
            <a:r>
              <a:rPr lang="el-GR" sz="3300" dirty="0"/>
              <a:t>ρ, α1, α2) </a:t>
            </a:r>
            <a:r>
              <a:rPr lang="en-US" sz="3300" dirty="0"/>
              <a:t>tuned via 5-fold CV minimizing</a:t>
            </a:r>
          </a:p>
          <a:p>
            <a:r>
              <a:rPr lang="en-US" sz="3300" dirty="0"/>
              <a:t>RMSE</a:t>
            </a:r>
          </a:p>
          <a:p>
            <a:endParaRPr lang="en-US" sz="3300" dirty="0"/>
          </a:p>
        </p:txBody>
      </p:sp>
      <p:sp>
        <p:nvSpPr>
          <p:cNvPr id="20" name="TextBox 19">
            <a:extLst>
              <a:ext uri="{FF2B5EF4-FFF2-40B4-BE49-F238E27FC236}">
                <a16:creationId xmlns:a16="http://schemas.microsoft.com/office/drawing/2014/main" id="{7C3D189F-469B-FF1B-5BF4-2E86AD7A7C7D}"/>
              </a:ext>
            </a:extLst>
          </p:cNvPr>
          <p:cNvSpPr txBox="1"/>
          <p:nvPr/>
        </p:nvSpPr>
        <p:spPr>
          <a:xfrm>
            <a:off x="17078152" y="16148952"/>
            <a:ext cx="9341162" cy="984885"/>
          </a:xfrm>
          <a:prstGeom prst="rect">
            <a:avLst/>
          </a:prstGeom>
          <a:noFill/>
        </p:spPr>
        <p:txBody>
          <a:bodyPr wrap="square" rtlCol="0">
            <a:spAutoFit/>
          </a:bodyPr>
          <a:lstStyle/>
          <a:p>
            <a:r>
              <a:rPr lang="en-US" sz="4000" b="1" dirty="0">
                <a:solidFill>
                  <a:srgbClr val="0070C0"/>
                </a:solidFill>
              </a:rPr>
              <a:t>RESULTS - </a:t>
            </a:r>
            <a:r>
              <a:rPr lang="en-GB" sz="4000" b="1" dirty="0">
                <a:solidFill>
                  <a:schemeClr val="accent1"/>
                </a:solidFill>
              </a:rPr>
              <a:t>NORMAL SCENARIOS  </a:t>
            </a:r>
          </a:p>
          <a:p>
            <a:endParaRPr lang="en-US" dirty="0"/>
          </a:p>
        </p:txBody>
      </p:sp>
      <p:sp>
        <p:nvSpPr>
          <p:cNvPr id="21" name="TextBox 20">
            <a:extLst>
              <a:ext uri="{FF2B5EF4-FFF2-40B4-BE49-F238E27FC236}">
                <a16:creationId xmlns:a16="http://schemas.microsoft.com/office/drawing/2014/main" id="{D0EF921B-6A81-E3AB-45A0-25B21EA864BA}"/>
              </a:ext>
            </a:extLst>
          </p:cNvPr>
          <p:cNvSpPr txBox="1"/>
          <p:nvPr/>
        </p:nvSpPr>
        <p:spPr>
          <a:xfrm>
            <a:off x="27250090" y="5180894"/>
            <a:ext cx="16072663" cy="5555367"/>
          </a:xfrm>
          <a:prstGeom prst="rect">
            <a:avLst/>
          </a:prstGeom>
          <a:noFill/>
          <a:ln w="38100">
            <a:solidFill>
              <a:schemeClr val="tx1"/>
            </a:solidFill>
          </a:ln>
        </p:spPr>
        <p:txBody>
          <a:bodyPr wrap="square" rtlCol="0">
            <a:spAutoFit/>
          </a:bodyPr>
          <a:lstStyle/>
          <a:p>
            <a:r>
              <a:rPr lang="en-US" sz="4000" b="1" dirty="0">
                <a:solidFill>
                  <a:srgbClr val="0070C0"/>
                </a:solidFill>
              </a:rPr>
              <a:t>CORRUPTED SCENARIOS</a:t>
            </a:r>
          </a:p>
          <a:p>
            <a:r>
              <a:rPr lang="en-US" sz="3500" b="1" dirty="0">
                <a:solidFill>
                  <a:srgbClr val="0070C0"/>
                </a:solidFill>
              </a:rPr>
              <a:t>Scenarios 1-3 is same as normal, except with added corruptions </a:t>
            </a:r>
          </a:p>
          <a:p>
            <a:endParaRPr lang="en-US" sz="3500" b="1" dirty="0">
              <a:solidFill>
                <a:srgbClr val="0070C0"/>
              </a:solidFill>
            </a:endParaRPr>
          </a:p>
          <a:p>
            <a:pPr marL="457200" indent="-457200">
              <a:buFont typeface="Arial" panose="020B0604020202020204" pitchFamily="34" charset="0"/>
              <a:buChar char="•"/>
            </a:pPr>
            <a:r>
              <a:rPr lang="en-US" sz="3500" b="1" dirty="0"/>
              <a:t>X Corrupted by 1) </a:t>
            </a:r>
            <a:r>
              <a:rPr lang="en-US" sz="3500" dirty="0"/>
              <a:t>Broken within-group correlations; 2) Broken within-group correlations; 3) Batch effects (large mean shifts); 4) Extreme leverage outliers; and 5) Extreme leverage outliers  </a:t>
            </a:r>
          </a:p>
          <a:p>
            <a:pPr marL="457200" indent="-457200">
              <a:buFont typeface="Arial" panose="020B0604020202020204" pitchFamily="34" charset="0"/>
              <a:buChar char="•"/>
            </a:pPr>
            <a:endParaRPr lang="en-US" sz="3500" b="1" dirty="0">
              <a:solidFill>
                <a:srgbClr val="0070C0"/>
              </a:solidFill>
            </a:endParaRPr>
          </a:p>
          <a:p>
            <a:pPr marL="457200" indent="-457200">
              <a:buFont typeface="Arial" panose="020B0604020202020204" pitchFamily="34" charset="0"/>
              <a:buChar char="•"/>
            </a:pPr>
            <a:r>
              <a:rPr lang="en-US" sz="3500" b="1" dirty="0"/>
              <a:t>Y is corrupted by 1) </a:t>
            </a:r>
            <a:r>
              <a:rPr lang="en-US" sz="3500" dirty="0"/>
              <a:t>Heavy-tailed noise; 2) Heteroscedastic variance; 3) Asymmetric noise shifts  </a:t>
            </a:r>
          </a:p>
          <a:p>
            <a:pPr marL="457200" indent="-457200">
              <a:buFont typeface="Arial" panose="020B0604020202020204" pitchFamily="34" charset="0"/>
              <a:buChar char="•"/>
            </a:pPr>
            <a:r>
              <a:rPr lang="en-US" sz="3500" dirty="0"/>
              <a:t>True linear signal y = X</a:t>
            </a:r>
            <a:r>
              <a:rPr lang="el-GR" sz="3500" dirty="0"/>
              <a:t>β + ε </a:t>
            </a:r>
            <a:r>
              <a:rPr lang="en-US" sz="3500" dirty="0"/>
              <a:t>is preserved.</a:t>
            </a:r>
            <a:endParaRPr lang="en-US" sz="3500" b="1" dirty="0">
              <a:solidFill>
                <a:srgbClr val="0070C0"/>
              </a:solidFill>
            </a:endParaRPr>
          </a:p>
        </p:txBody>
      </p:sp>
      <p:sp>
        <p:nvSpPr>
          <p:cNvPr id="23" name="TextBox 22">
            <a:extLst>
              <a:ext uri="{FF2B5EF4-FFF2-40B4-BE49-F238E27FC236}">
                <a16:creationId xmlns:a16="http://schemas.microsoft.com/office/drawing/2014/main" id="{D087F738-D802-B639-F348-3C15AA109606}"/>
              </a:ext>
            </a:extLst>
          </p:cNvPr>
          <p:cNvSpPr txBox="1"/>
          <p:nvPr/>
        </p:nvSpPr>
        <p:spPr>
          <a:xfrm>
            <a:off x="27250090" y="12033766"/>
            <a:ext cx="16072663" cy="3747180"/>
          </a:xfrm>
          <a:prstGeom prst="rect">
            <a:avLst/>
          </a:prstGeom>
          <a:noFill/>
          <a:ln w="38100">
            <a:solidFill>
              <a:schemeClr val="tx1"/>
            </a:solidFill>
          </a:ln>
        </p:spPr>
        <p:txBody>
          <a:bodyPr wrap="square">
            <a:spAutoFit/>
          </a:bodyPr>
          <a:lstStyle/>
          <a:p>
            <a:pPr algn="l">
              <a:spcBef>
                <a:spcPts val="450"/>
              </a:spcBef>
              <a:spcAft>
                <a:spcPts val="600"/>
              </a:spcAft>
            </a:pPr>
            <a:r>
              <a:rPr lang="en-US" sz="3500" b="1" i="0" dirty="0">
                <a:solidFill>
                  <a:srgbClr val="0F1115"/>
                </a:solidFill>
                <a:effectLst/>
                <a:latin typeface="Arial" panose="020B0604020202020204" pitchFamily="34" charset="0"/>
                <a:cs typeface="Arial" panose="020B0604020202020204" pitchFamily="34" charset="0"/>
              </a:rPr>
              <a:t>OGK-Dynamic-AEN methods</a:t>
            </a:r>
            <a:r>
              <a:rPr lang="en-US" sz="3500" b="0" i="0" dirty="0">
                <a:solidFill>
                  <a:srgbClr val="0F1115"/>
                </a:solidFill>
                <a:effectLst/>
                <a:latin typeface="Arial" panose="020B0604020202020204" pitchFamily="34" charset="0"/>
                <a:cs typeface="Arial" panose="020B0604020202020204" pitchFamily="34" charset="0"/>
              </a:rPr>
              <a:t> are the method of choice for real biomedical data:</a:t>
            </a:r>
          </a:p>
          <a:p>
            <a:pPr marL="457200" indent="-457200" algn="l">
              <a:spcBef>
                <a:spcPts val="450"/>
              </a:spcBef>
              <a:spcAft>
                <a:spcPts val="600"/>
              </a:spcAft>
              <a:buFont typeface="Arial" panose="020B0604020202020204" pitchFamily="34" charset="0"/>
              <a:buChar char="•"/>
            </a:pPr>
            <a:r>
              <a:rPr lang="en-US" sz="3500" b="0" i="0" dirty="0">
                <a:solidFill>
                  <a:srgbClr val="0F1115"/>
                </a:solidFill>
                <a:effectLst/>
                <a:latin typeface="Arial" panose="020B0604020202020204" pitchFamily="34" charset="0"/>
                <a:cs typeface="Arial" panose="020B0604020202020204" pitchFamily="34" charset="0"/>
              </a:rPr>
              <a:t>Competitive in clean settings (F1 = 0.945) with F1 same as sparse methods in scenarios 2 &amp; 3, but lower SD </a:t>
            </a:r>
          </a:p>
          <a:p>
            <a:pPr marL="457200" indent="-457200" algn="l">
              <a:spcBef>
                <a:spcPts val="450"/>
              </a:spcBef>
              <a:spcAft>
                <a:spcPts val="600"/>
              </a:spcAft>
              <a:buFont typeface="Arial" panose="020B0604020202020204" pitchFamily="34" charset="0"/>
              <a:buChar char="•"/>
            </a:pPr>
            <a:r>
              <a:rPr lang="en-US" sz="3500" b="0" i="0" dirty="0">
                <a:solidFill>
                  <a:srgbClr val="0F1115"/>
                </a:solidFill>
                <a:effectLst/>
                <a:latin typeface="Arial" panose="020B0604020202020204" pitchFamily="34" charset="0"/>
                <a:cs typeface="Arial" panose="020B0604020202020204" pitchFamily="34" charset="0"/>
              </a:rPr>
              <a:t>Decisively better under contamination (F1 = 0.809 vs 0.676)</a:t>
            </a:r>
          </a:p>
          <a:p>
            <a:pPr marL="457200" indent="-457200" algn="l">
              <a:spcBef>
                <a:spcPts val="450"/>
              </a:spcBef>
              <a:spcAft>
                <a:spcPts val="600"/>
              </a:spcAft>
              <a:buFont typeface="Arial" panose="020B0604020202020204" pitchFamily="34" charset="0"/>
              <a:buChar char="•"/>
            </a:pPr>
            <a:r>
              <a:rPr lang="en-US" sz="3500" b="0" i="0" dirty="0">
                <a:solidFill>
                  <a:srgbClr val="0F1115"/>
                </a:solidFill>
                <a:effectLst/>
                <a:latin typeface="Arial" panose="020B0604020202020204" pitchFamily="34" charset="0"/>
                <a:cs typeface="Arial" panose="020B0604020202020204" pitchFamily="34" charset="0"/>
              </a:rPr>
              <a:t>13× faster than sparse alternative in computation time </a:t>
            </a:r>
          </a:p>
        </p:txBody>
      </p:sp>
      <p:sp>
        <p:nvSpPr>
          <p:cNvPr id="25" name="TextBox 24">
            <a:extLst>
              <a:ext uri="{FF2B5EF4-FFF2-40B4-BE49-F238E27FC236}">
                <a16:creationId xmlns:a16="http://schemas.microsoft.com/office/drawing/2014/main" id="{02F38E32-F561-1BF9-A237-76AC9DA6D106}"/>
              </a:ext>
            </a:extLst>
          </p:cNvPr>
          <p:cNvSpPr txBox="1"/>
          <p:nvPr/>
        </p:nvSpPr>
        <p:spPr>
          <a:xfrm>
            <a:off x="27250089" y="11148567"/>
            <a:ext cx="8026645" cy="707886"/>
          </a:xfrm>
          <a:prstGeom prst="rect">
            <a:avLst/>
          </a:prstGeom>
          <a:noFill/>
        </p:spPr>
        <p:txBody>
          <a:bodyPr wrap="square">
            <a:spAutoFit/>
          </a:bodyPr>
          <a:lstStyle/>
          <a:p>
            <a:pPr algn="just">
              <a:lnSpc>
                <a:spcPts val="4800"/>
              </a:lnSpc>
            </a:pPr>
            <a:r>
              <a:rPr lang="en-US" sz="4000" b="1" dirty="0">
                <a:solidFill>
                  <a:srgbClr val="0070C0"/>
                </a:solidFill>
              </a:rPr>
              <a:t>CONCLUSION </a:t>
            </a:r>
          </a:p>
        </p:txBody>
      </p:sp>
      <p:sp>
        <p:nvSpPr>
          <p:cNvPr id="3" name="TextBox 2">
            <a:extLst>
              <a:ext uri="{FF2B5EF4-FFF2-40B4-BE49-F238E27FC236}">
                <a16:creationId xmlns:a16="http://schemas.microsoft.com/office/drawing/2014/main" id="{B2F0E69D-7974-A245-07AF-A022F49237F5}"/>
              </a:ext>
            </a:extLst>
          </p:cNvPr>
          <p:cNvSpPr txBox="1"/>
          <p:nvPr/>
        </p:nvSpPr>
        <p:spPr>
          <a:xfrm>
            <a:off x="11409571" y="17014040"/>
            <a:ext cx="20516914" cy="1169551"/>
          </a:xfrm>
          <a:prstGeom prst="rect">
            <a:avLst/>
          </a:prstGeom>
          <a:noFill/>
        </p:spPr>
        <p:txBody>
          <a:bodyPr wrap="square" rtlCol="0">
            <a:spAutoFit/>
          </a:bodyPr>
          <a:lstStyle/>
          <a:p>
            <a:r>
              <a:rPr lang="en-US" sz="3500" dirty="0"/>
              <a:t>The number of vars selected (</a:t>
            </a:r>
            <a:r>
              <a:rPr lang="en-US" sz="3500" dirty="0" err="1"/>
              <a:t>sd</a:t>
            </a:r>
            <a:r>
              <a:rPr lang="en-US" sz="3500" dirty="0"/>
              <a:t>) and F1 score (</a:t>
            </a:r>
            <a:r>
              <a:rPr lang="en-US" sz="3500" dirty="0" err="1"/>
              <a:t>sd</a:t>
            </a:r>
            <a:r>
              <a:rPr lang="en-US" sz="3500" dirty="0"/>
              <a:t>) are presented. The best performing method(s) in each scenario is highlighted in bold. </a:t>
            </a:r>
          </a:p>
        </p:txBody>
      </p:sp>
      <p:pic>
        <p:nvPicPr>
          <p:cNvPr id="8" name="Picture 7">
            <a:extLst>
              <a:ext uri="{FF2B5EF4-FFF2-40B4-BE49-F238E27FC236}">
                <a16:creationId xmlns:a16="http://schemas.microsoft.com/office/drawing/2014/main" id="{53DAD61D-FE8D-C0FB-D4FE-F333F431F62A}"/>
              </a:ext>
            </a:extLst>
          </p:cNvPr>
          <p:cNvPicPr>
            <a:picLocks noChangeAspect="1"/>
          </p:cNvPicPr>
          <p:nvPr/>
        </p:nvPicPr>
        <p:blipFill>
          <a:blip r:embed="rId4"/>
          <a:stretch>
            <a:fillRect/>
          </a:stretch>
        </p:blipFill>
        <p:spPr>
          <a:xfrm>
            <a:off x="4168432" y="22934046"/>
            <a:ext cx="3184919" cy="538626"/>
          </a:xfrm>
          <a:prstGeom prst="rect">
            <a:avLst/>
          </a:prstGeom>
        </p:spPr>
      </p:pic>
      <p:pic>
        <p:nvPicPr>
          <p:cNvPr id="11" name="Picture 10" descr="A black arrow pointing to a small circle&#10;&#10;AI-generated content may be incorrect.">
            <a:extLst>
              <a:ext uri="{FF2B5EF4-FFF2-40B4-BE49-F238E27FC236}">
                <a16:creationId xmlns:a16="http://schemas.microsoft.com/office/drawing/2014/main" id="{65B1050C-69B3-E8D3-0B64-30D7BC79427C}"/>
              </a:ext>
            </a:extLst>
          </p:cNvPr>
          <p:cNvPicPr>
            <a:picLocks noChangeAspect="1"/>
          </p:cNvPicPr>
          <p:nvPr/>
        </p:nvPicPr>
        <p:blipFill>
          <a:blip r:embed="rId5"/>
          <a:stretch>
            <a:fillRect/>
          </a:stretch>
        </p:blipFill>
        <p:spPr>
          <a:xfrm>
            <a:off x="5080309" y="25501994"/>
            <a:ext cx="3828934" cy="660161"/>
          </a:xfrm>
          <a:prstGeom prst="rect">
            <a:avLst/>
          </a:prstGeom>
        </p:spPr>
      </p:pic>
      <p:pic>
        <p:nvPicPr>
          <p:cNvPr id="14" name="Picture 13" descr="A black arrow pointing to the left&#10;&#10;AI-generated content may be incorrect.">
            <a:extLst>
              <a:ext uri="{FF2B5EF4-FFF2-40B4-BE49-F238E27FC236}">
                <a16:creationId xmlns:a16="http://schemas.microsoft.com/office/drawing/2014/main" id="{12DC965B-B624-25C0-CD58-6F47184C081F}"/>
              </a:ext>
            </a:extLst>
          </p:cNvPr>
          <p:cNvPicPr>
            <a:picLocks noChangeAspect="1"/>
          </p:cNvPicPr>
          <p:nvPr/>
        </p:nvPicPr>
        <p:blipFill>
          <a:blip r:embed="rId6"/>
          <a:stretch>
            <a:fillRect/>
          </a:stretch>
        </p:blipFill>
        <p:spPr>
          <a:xfrm>
            <a:off x="5584062" y="28146294"/>
            <a:ext cx="3772348" cy="660161"/>
          </a:xfrm>
          <a:prstGeom prst="rect">
            <a:avLst/>
          </a:prstGeom>
        </p:spPr>
      </p:pic>
      <p:pic>
        <p:nvPicPr>
          <p:cNvPr id="24" name="Picture 23" descr="A black letter on a white background&#10;&#10;AI-generated content may be incorrect.">
            <a:extLst>
              <a:ext uri="{FF2B5EF4-FFF2-40B4-BE49-F238E27FC236}">
                <a16:creationId xmlns:a16="http://schemas.microsoft.com/office/drawing/2014/main" id="{D9FB6F9A-48D0-F372-BB67-776906F0A532}"/>
              </a:ext>
            </a:extLst>
          </p:cNvPr>
          <p:cNvPicPr>
            <a:picLocks noChangeAspect="1"/>
          </p:cNvPicPr>
          <p:nvPr/>
        </p:nvPicPr>
        <p:blipFill>
          <a:blip r:embed="rId7"/>
          <a:stretch>
            <a:fillRect/>
          </a:stretch>
        </p:blipFill>
        <p:spPr>
          <a:xfrm>
            <a:off x="3880304" y="23941920"/>
            <a:ext cx="5070030" cy="660160"/>
          </a:xfrm>
          <a:prstGeom prst="rect">
            <a:avLst/>
          </a:prstGeom>
        </p:spPr>
      </p:pic>
      <p:pic>
        <p:nvPicPr>
          <p:cNvPr id="36" name="Picture 35" descr="A close up of a sign&#10;&#10;AI-generated content may be incorrect.">
            <a:extLst>
              <a:ext uri="{FF2B5EF4-FFF2-40B4-BE49-F238E27FC236}">
                <a16:creationId xmlns:a16="http://schemas.microsoft.com/office/drawing/2014/main" id="{78DCDFFC-A197-70FF-4B04-73AC4E6E5E32}"/>
              </a:ext>
            </a:extLst>
          </p:cNvPr>
          <p:cNvPicPr>
            <a:picLocks noChangeAspect="1"/>
          </p:cNvPicPr>
          <p:nvPr/>
        </p:nvPicPr>
        <p:blipFill>
          <a:blip r:embed="rId8"/>
          <a:srcRect b="12596"/>
          <a:stretch>
            <a:fillRect/>
          </a:stretch>
        </p:blipFill>
        <p:spPr>
          <a:xfrm>
            <a:off x="4219473" y="26548755"/>
            <a:ext cx="5797417" cy="660161"/>
          </a:xfrm>
          <a:prstGeom prst="rect">
            <a:avLst/>
          </a:prstGeom>
        </p:spPr>
      </p:pic>
      <p:pic>
        <p:nvPicPr>
          <p:cNvPr id="47" name="Picture 46" descr="A black text on a white background&#10;&#10;AI-generated content may be incorrect.">
            <a:extLst>
              <a:ext uri="{FF2B5EF4-FFF2-40B4-BE49-F238E27FC236}">
                <a16:creationId xmlns:a16="http://schemas.microsoft.com/office/drawing/2014/main" id="{A5AA3BA0-0047-7C4E-F3C6-613421392C09}"/>
              </a:ext>
            </a:extLst>
          </p:cNvPr>
          <p:cNvPicPr>
            <a:picLocks noChangeAspect="1"/>
          </p:cNvPicPr>
          <p:nvPr/>
        </p:nvPicPr>
        <p:blipFill>
          <a:blip r:embed="rId9"/>
          <a:stretch>
            <a:fillRect/>
          </a:stretch>
        </p:blipFill>
        <p:spPr>
          <a:xfrm>
            <a:off x="2861133" y="30888620"/>
            <a:ext cx="5022644" cy="703170"/>
          </a:xfrm>
          <a:prstGeom prst="rect">
            <a:avLst/>
          </a:prstGeom>
        </p:spPr>
      </p:pic>
      <p:pic>
        <p:nvPicPr>
          <p:cNvPr id="49" name="Picture 48" descr="A table with numbers and lines&#10;&#10;AI-generated content may be incorrect.">
            <a:extLst>
              <a:ext uri="{FF2B5EF4-FFF2-40B4-BE49-F238E27FC236}">
                <a16:creationId xmlns:a16="http://schemas.microsoft.com/office/drawing/2014/main" id="{DE0B67D8-4E0E-1C11-62DF-A4072D392AA9}"/>
              </a:ext>
            </a:extLst>
          </p:cNvPr>
          <p:cNvPicPr>
            <a:picLocks noChangeAspect="1"/>
          </p:cNvPicPr>
          <p:nvPr/>
        </p:nvPicPr>
        <p:blipFill>
          <a:blip r:embed="rId10"/>
          <a:srcRect l="2402" t="7791" r="1753" b="4531"/>
          <a:stretch>
            <a:fillRect/>
          </a:stretch>
        </p:blipFill>
        <p:spPr>
          <a:xfrm>
            <a:off x="11399787" y="18375956"/>
            <a:ext cx="20760501" cy="4854224"/>
          </a:xfrm>
          <a:prstGeom prst="rect">
            <a:avLst/>
          </a:prstGeom>
        </p:spPr>
      </p:pic>
      <p:pic>
        <p:nvPicPr>
          <p:cNvPr id="52" name="Picture 51" descr="A table with numbers and symbols&#10;&#10;AI-generated content may be incorrect.">
            <a:extLst>
              <a:ext uri="{FF2B5EF4-FFF2-40B4-BE49-F238E27FC236}">
                <a16:creationId xmlns:a16="http://schemas.microsoft.com/office/drawing/2014/main" id="{A2FC21E1-FBEB-24EF-26EC-AC3FDFEDA90D}"/>
              </a:ext>
            </a:extLst>
          </p:cNvPr>
          <p:cNvPicPr>
            <a:picLocks noChangeAspect="1"/>
          </p:cNvPicPr>
          <p:nvPr/>
        </p:nvPicPr>
        <p:blipFill>
          <a:blip r:embed="rId11"/>
          <a:srcRect l="1600" t="13725" r="1548" b="8869"/>
          <a:stretch>
            <a:fillRect/>
          </a:stretch>
        </p:blipFill>
        <p:spPr>
          <a:xfrm>
            <a:off x="10829043" y="24486284"/>
            <a:ext cx="20902036" cy="4278656"/>
          </a:xfrm>
          <a:prstGeom prst="rect">
            <a:avLst/>
          </a:prstGeom>
        </p:spPr>
      </p:pic>
      <p:sp>
        <p:nvSpPr>
          <p:cNvPr id="55" name="TextBox 54">
            <a:extLst>
              <a:ext uri="{FF2B5EF4-FFF2-40B4-BE49-F238E27FC236}">
                <a16:creationId xmlns:a16="http://schemas.microsoft.com/office/drawing/2014/main" id="{47BABC2A-7A32-3840-36F0-DF2B02B02CFC}"/>
              </a:ext>
            </a:extLst>
          </p:cNvPr>
          <p:cNvSpPr txBox="1"/>
          <p:nvPr/>
        </p:nvSpPr>
        <p:spPr>
          <a:xfrm>
            <a:off x="558613" y="11935002"/>
            <a:ext cx="10580753" cy="4293483"/>
          </a:xfrm>
          <a:prstGeom prst="rect">
            <a:avLst/>
          </a:prstGeom>
          <a:noFill/>
          <a:ln w="38100">
            <a:solidFill>
              <a:schemeClr val="tx1"/>
            </a:solidFill>
          </a:ln>
        </p:spPr>
        <p:txBody>
          <a:bodyPr wrap="square" rtlCol="0">
            <a:spAutoFit/>
          </a:bodyPr>
          <a:lstStyle/>
          <a:p>
            <a:pPr marL="0" indent="0"/>
            <a:r>
              <a:rPr lang="en-US" sz="4000" b="1" dirty="0">
                <a:solidFill>
                  <a:sysClr val="windowText" lastClr="000000"/>
                </a:solidFill>
              </a:rPr>
              <a:t>THE DORFMAN SCREENING FRAMEWORK </a:t>
            </a:r>
          </a:p>
          <a:p>
            <a:r>
              <a:rPr lang="en-US" sz="3500" b="1" dirty="0">
                <a:solidFill>
                  <a:sysClr val="windowText" lastClr="000000"/>
                </a:solidFill>
              </a:rPr>
              <a:t>Core Innovation: </a:t>
            </a:r>
            <a:r>
              <a:rPr lang="en-US" sz="3500" dirty="0">
                <a:solidFill>
                  <a:sysClr val="windowText" lastClr="000000"/>
                </a:solidFill>
              </a:rPr>
              <a:t>Adapt group testing principles (Dorfman, 1943) to variable selection: 1) Pool correlated variables into groups; 2) Test groups first; 3) Only follow up with individual testing in positive groups </a:t>
            </a:r>
          </a:p>
          <a:p>
            <a:endParaRPr lang="en-US" dirty="0"/>
          </a:p>
        </p:txBody>
      </p:sp>
      <p:sp>
        <p:nvSpPr>
          <p:cNvPr id="56" name="TextBox 55">
            <a:extLst>
              <a:ext uri="{FF2B5EF4-FFF2-40B4-BE49-F238E27FC236}">
                <a16:creationId xmlns:a16="http://schemas.microsoft.com/office/drawing/2014/main" id="{C16FD407-DE3A-6D19-9798-8A21F4BA37F5}"/>
              </a:ext>
            </a:extLst>
          </p:cNvPr>
          <p:cNvSpPr txBox="1"/>
          <p:nvPr/>
        </p:nvSpPr>
        <p:spPr>
          <a:xfrm>
            <a:off x="11276643" y="29080012"/>
            <a:ext cx="30914341" cy="3293209"/>
          </a:xfrm>
          <a:prstGeom prst="rect">
            <a:avLst/>
          </a:prstGeom>
          <a:noFill/>
        </p:spPr>
        <p:txBody>
          <a:bodyPr wrap="square" rtlCol="0">
            <a:spAutoFit/>
          </a:bodyPr>
          <a:lstStyle/>
          <a:p>
            <a:pPr algn="just"/>
            <a:r>
              <a:rPr lang="en-US" sz="4000" b="1" dirty="0">
                <a:solidFill>
                  <a:srgbClr val="0070C0"/>
                </a:solidFill>
              </a:rPr>
              <a:t>   REFERENCES </a:t>
            </a:r>
            <a:endParaRPr lang="en-US" dirty="0"/>
          </a:p>
          <a:p>
            <a:pPr marL="457200" indent="-457200" algn="just">
              <a:buFont typeface="Arial" panose="020B0604020202020204" pitchFamily="34" charset="0"/>
              <a:buChar char="•"/>
            </a:pPr>
            <a:r>
              <a:rPr lang="en-US" sz="2500" dirty="0"/>
              <a:t>Dorfman, Robert (December 1943), "The Detection of Defective Members of Large Populations", </a:t>
            </a:r>
            <a:r>
              <a:rPr lang="en-US" sz="2500" i="1" dirty="0"/>
              <a:t>The Annals of Mathematical Statistics</a:t>
            </a:r>
            <a:r>
              <a:rPr lang="en-US" sz="2500" dirty="0"/>
              <a:t>, 14 (4): 436–440</a:t>
            </a:r>
          </a:p>
          <a:p>
            <a:pPr marL="457200" indent="-457200" algn="just">
              <a:buFont typeface="Arial" panose="020B0604020202020204" pitchFamily="34" charset="0"/>
              <a:buChar char="•"/>
            </a:pPr>
            <a:r>
              <a:rPr lang="en-US" sz="2500" dirty="0"/>
              <a:t>Fan, J., &amp; </a:t>
            </a:r>
            <a:r>
              <a:rPr lang="en-US" sz="2500" dirty="0" err="1"/>
              <a:t>Lv</a:t>
            </a:r>
            <a:r>
              <a:rPr lang="en-US" sz="2500" dirty="0"/>
              <a:t>, J. (2008). </a:t>
            </a:r>
            <a:r>
              <a:rPr lang="en-US" sz="2500" i="1" dirty="0"/>
              <a:t>Sure independence screening for ultrahigh dimensional feature space</a:t>
            </a:r>
            <a:r>
              <a:rPr lang="en-US" sz="2500" dirty="0"/>
              <a:t>. Journal of the Royal Statistical Society: Series B (Statistical Methodology), 70(5), 849–911. </a:t>
            </a:r>
          </a:p>
          <a:p>
            <a:pPr marL="457200" indent="-457200" algn="just">
              <a:buFont typeface="Arial" panose="020B0604020202020204" pitchFamily="34" charset="0"/>
              <a:buChar char="•"/>
            </a:pPr>
            <a:r>
              <a:rPr lang="en-US" sz="2500" dirty="0"/>
              <a:t>Fan, J., Li, R., Zhang, C.-H., &amp; Zou, H. (2020). </a:t>
            </a:r>
            <a:r>
              <a:rPr lang="en-US" sz="2500" i="1" dirty="0"/>
              <a:t>Statistical Foundations of Data Science</a:t>
            </a:r>
            <a:r>
              <a:rPr lang="en-US" sz="2500" dirty="0"/>
              <a:t>. Chapman &amp; Hall/CRC Press. ISBN: 978-1466510845.</a:t>
            </a:r>
          </a:p>
          <a:p>
            <a:pPr marL="457200" indent="-457200" algn="just">
              <a:buFont typeface="Arial" panose="020B0604020202020204" pitchFamily="34" charset="0"/>
              <a:buChar char="•"/>
            </a:pPr>
            <a:r>
              <a:rPr lang="en-US" sz="2500" dirty="0"/>
              <a:t>Langfelder, P., Zhang, B., &amp; Horvath, S. (2008). </a:t>
            </a:r>
            <a:r>
              <a:rPr lang="en-US" sz="2500" i="1" dirty="0"/>
              <a:t>Defining clusters from a hierarchical cluster tree: The Dynamic Tree Cut package for R</a:t>
            </a:r>
            <a:r>
              <a:rPr lang="en-US" sz="2500" dirty="0"/>
              <a:t>. Bioinformatics, 24(5), 719–720.</a:t>
            </a:r>
          </a:p>
          <a:p>
            <a:pPr marL="457200" indent="-457200" algn="just">
              <a:buFont typeface="Arial" panose="020B0604020202020204" pitchFamily="34" charset="0"/>
              <a:buChar char="•"/>
            </a:pPr>
            <a:r>
              <a:rPr lang="en-US" sz="2500" dirty="0" err="1"/>
              <a:t>Ollerer</a:t>
            </a:r>
            <a:r>
              <a:rPr lang="en-US" sz="2500" dirty="0"/>
              <a:t>, V., &amp; </a:t>
            </a:r>
            <a:r>
              <a:rPr lang="en-US" sz="2500" dirty="0" err="1"/>
              <a:t>Croux</a:t>
            </a:r>
            <a:r>
              <a:rPr lang="en-US" sz="2500" dirty="0"/>
              <a:t>, C. (2015). Robust high-dimensional precision matrix estimation. ¨ Modern nonparametric, robust and multivariate methods, 325–350.</a:t>
            </a:r>
          </a:p>
          <a:p>
            <a:pPr marL="457200" indent="-457200" algn="just">
              <a:buFont typeface="Arial" panose="020B0604020202020204" pitchFamily="34" charset="0"/>
              <a:buChar char="•"/>
            </a:pPr>
            <a:r>
              <a:rPr lang="en-US" sz="2500" dirty="0"/>
              <a:t>Friedman, J., Hastie, T., &amp; </a:t>
            </a:r>
            <a:r>
              <a:rPr lang="en-US" sz="2500" dirty="0" err="1"/>
              <a:t>Tibshirani</a:t>
            </a:r>
            <a:r>
              <a:rPr lang="en-US" sz="2500" dirty="0"/>
              <a:t>, R. (2008). Sparse inverse covariance estimation with the graphical lasso. Biostatistics, 9 (3), 432–441.</a:t>
            </a:r>
          </a:p>
          <a:p>
            <a:endParaRPr lang="en-US" dirty="0"/>
          </a:p>
        </p:txBody>
      </p:sp>
      <p:sp>
        <p:nvSpPr>
          <p:cNvPr id="59" name="TextBox 58">
            <a:extLst>
              <a:ext uri="{FF2B5EF4-FFF2-40B4-BE49-F238E27FC236}">
                <a16:creationId xmlns:a16="http://schemas.microsoft.com/office/drawing/2014/main" id="{4B1515CA-030E-5F7B-79ED-39D893742A55}"/>
              </a:ext>
            </a:extLst>
          </p:cNvPr>
          <p:cNvSpPr txBox="1"/>
          <p:nvPr/>
        </p:nvSpPr>
        <p:spPr>
          <a:xfrm>
            <a:off x="38166797" y="29250144"/>
            <a:ext cx="6751508" cy="1600438"/>
          </a:xfrm>
          <a:prstGeom prst="rect">
            <a:avLst/>
          </a:prstGeom>
          <a:noFill/>
        </p:spPr>
        <p:txBody>
          <a:bodyPr wrap="square" rtlCol="0">
            <a:spAutoFit/>
          </a:bodyPr>
          <a:lstStyle/>
          <a:p>
            <a:r>
              <a:rPr lang="en-US" sz="4000" b="1" dirty="0">
                <a:solidFill>
                  <a:schemeClr val="tx2">
                    <a:lumMod val="75000"/>
                    <a:lumOff val="25000"/>
                  </a:schemeClr>
                </a:solidFill>
              </a:rPr>
              <a:t>FUNDING: </a:t>
            </a:r>
            <a:r>
              <a:rPr lang="en-US" sz="4000" dirty="0"/>
              <a:t>NSF CISE 2545715</a:t>
            </a:r>
          </a:p>
          <a:p>
            <a:endParaRPr lang="en-US" dirty="0"/>
          </a:p>
        </p:txBody>
      </p:sp>
      <p:pic>
        <p:nvPicPr>
          <p:cNvPr id="62" name="Picture 61" descr="A screenshot of a computer&#10;&#10;AI-generated content may be incorrect.">
            <a:extLst>
              <a:ext uri="{FF2B5EF4-FFF2-40B4-BE49-F238E27FC236}">
                <a16:creationId xmlns:a16="http://schemas.microsoft.com/office/drawing/2014/main" id="{1B751670-80A5-B8E8-6900-CFF3600F94D1}"/>
              </a:ext>
            </a:extLst>
          </p:cNvPr>
          <p:cNvPicPr>
            <a:picLocks noChangeAspect="1"/>
          </p:cNvPicPr>
          <p:nvPr/>
        </p:nvPicPr>
        <p:blipFill>
          <a:blip r:embed="rId12"/>
          <a:srcRect b="18195"/>
          <a:stretch>
            <a:fillRect/>
          </a:stretch>
        </p:blipFill>
        <p:spPr>
          <a:xfrm>
            <a:off x="37514925" y="30987669"/>
            <a:ext cx="6043609" cy="1445879"/>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7.0&quot;&gt;&lt;object type=&quot;1&quot; unique_id=&quot;10001&quot;&gt;&lt;object type=&quot;2&quot; unique_id=&quot;10002&quot;&gt;&lt;object type=&quot;3&quot; unique_id=&quot;10003&quot;&gt;&lt;property id=&quot;20148&quot; value=&quot;5&quot;/&gt;&lt;property id=&quot;20300&quot; value=&quot;Slide 1&quot;/&gt;&lt;property id=&quot;20307&quot; value=&quot;258&quot;/&gt;&lt;/object&gt;&lt;/object&gt;&lt;object type=&quot;8&quot; unique_id=&quot;10006&quot;&gt;&lt;/object&gt;&lt;/object&gt;&lt;/database&gt;"/>
  <p:tag name="MMPROD_NEXTUNIQUEID" val="10009"/>
  <p:tag name="SECTOMILLISECCONVERTED" val="1"/>
</p:tagLst>
</file>

<file path=ppt/theme/theme1.xml><?xml version="1.0" encoding="utf-8"?>
<a:theme xmlns:a="http://schemas.openxmlformats.org/drawingml/2006/main" name="engoption4">
  <a:themeElements>
    <a:clrScheme name="Custom 3">
      <a:dk1>
        <a:sysClr val="windowText" lastClr="000000"/>
      </a:dk1>
      <a:lt1>
        <a:sysClr val="window" lastClr="FFFFFF"/>
      </a:lt1>
      <a:dk2>
        <a:srgbClr val="0A304E"/>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engoption4</Template>
  <TotalTime>32745</TotalTime>
  <Words>1167</Words>
  <Application>Microsoft Macintosh PowerPoint</Application>
  <PresentationFormat>Custom</PresentationFormat>
  <Paragraphs>87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ＭＳ Ｐゴシック</vt:lpstr>
      <vt:lpstr>Arial</vt:lpstr>
      <vt:lpstr>Calibri</vt:lpstr>
      <vt:lpstr>Wingdings</vt:lpstr>
      <vt:lpstr>engoption4</vt:lpstr>
      <vt:lpstr>PowerPoint Presentation</vt:lpstr>
    </vt:vector>
  </TitlesOfParts>
  <Company>Case Western Reserve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Swarna</dc:creator>
  <cp:lastModifiedBy>Guo, Wanru</cp:lastModifiedBy>
  <cp:revision>785</cp:revision>
  <cp:lastPrinted>2021-05-17T20:18:15Z</cp:lastPrinted>
  <dcterms:created xsi:type="dcterms:W3CDTF">2010-09-17T16:48:47Z</dcterms:created>
  <dcterms:modified xsi:type="dcterms:W3CDTF">2026-03-15T18:50:05Z</dcterms:modified>
</cp:coreProperties>
</file>